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handoutMasterIdLst>
    <p:handoutMasterId r:id="rId25"/>
  </p:handoutMasterIdLst>
  <p:sldIdLst>
    <p:sldId id="306" r:id="rId2"/>
    <p:sldId id="651" r:id="rId3"/>
    <p:sldId id="559" r:id="rId4"/>
    <p:sldId id="760" r:id="rId5"/>
    <p:sldId id="770" r:id="rId6"/>
    <p:sldId id="772" r:id="rId7"/>
    <p:sldId id="774" r:id="rId8"/>
    <p:sldId id="775" r:id="rId9"/>
    <p:sldId id="790" r:id="rId10"/>
    <p:sldId id="763" r:id="rId11"/>
    <p:sldId id="778" r:id="rId12"/>
    <p:sldId id="792" r:id="rId13"/>
    <p:sldId id="786" r:id="rId14"/>
    <p:sldId id="794" r:id="rId15"/>
    <p:sldId id="787" r:id="rId16"/>
    <p:sldId id="793" r:id="rId17"/>
    <p:sldId id="777" r:id="rId18"/>
    <p:sldId id="780" r:id="rId19"/>
    <p:sldId id="791" r:id="rId20"/>
    <p:sldId id="783" r:id="rId21"/>
    <p:sldId id="788" r:id="rId22"/>
    <p:sldId id="595" r:id="rId23"/>
  </p:sldIdLst>
  <p:sldSz cx="12192000" cy="6858000"/>
  <p:notesSz cx="9601200" cy="73152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00FF"/>
    <a:srgbClr val="8B1775"/>
    <a:srgbClr val="CC3300"/>
    <a:srgbClr val="FFFFFF"/>
    <a:srgbClr val="FFCC00"/>
    <a:srgbClr val="FFE1E1"/>
    <a:srgbClr val="FFCDCD"/>
    <a:srgbClr val="92D050"/>
    <a:srgbClr val="BBE0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969201-D7CB-4C7F-9700-E8A925A5183C}" v="44" dt="2025-12-21T07:04:17.429"/>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10" autoAdjust="0"/>
    <p:restoredTop sz="89281" autoAdjust="0"/>
  </p:normalViewPr>
  <p:slideViewPr>
    <p:cSldViewPr>
      <p:cViewPr varScale="1">
        <p:scale>
          <a:sx n="73" d="100"/>
          <a:sy n="73" d="100"/>
        </p:scale>
        <p:origin x="917" y="130"/>
      </p:cViewPr>
      <p:guideLst>
        <p:guide orient="horz" pos="2160"/>
        <p:guide pos="3840"/>
      </p:guideLst>
    </p:cSldViewPr>
  </p:slideViewPr>
  <p:notesTextViewPr>
    <p:cViewPr>
      <p:scale>
        <a:sx n="125" d="100"/>
        <a:sy n="125" d="100"/>
      </p:scale>
      <p:origin x="0" y="0"/>
    </p:cViewPr>
  </p:notesTextViewPr>
  <p:sorterViewPr>
    <p:cViewPr>
      <p:scale>
        <a:sx n="25" d="100"/>
        <a:sy n="25" d="100"/>
      </p:scale>
      <p:origin x="0" y="0"/>
    </p:cViewPr>
  </p:sorterViewPr>
  <p:notesViewPr>
    <p:cSldViewPr>
      <p:cViewPr varScale="1">
        <p:scale>
          <a:sx n="64" d="100"/>
          <a:sy n="64" d="100"/>
        </p:scale>
        <p:origin x="2058"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4" y="0"/>
            <a:ext cx="4161566" cy="366111"/>
          </a:xfrm>
          <a:prstGeom prst="rect">
            <a:avLst/>
          </a:prstGeom>
        </p:spPr>
        <p:txBody>
          <a:bodyPr vert="horz" lIns="91417" tIns="45709" rIns="91417" bIns="45709" rtlCol="0"/>
          <a:lstStyle>
            <a:lvl1pPr algn="l">
              <a:defRPr sz="1200"/>
            </a:lvl1pPr>
          </a:lstStyle>
          <a:p>
            <a:endParaRPr lang="zh-TW" altLang="en-US"/>
          </a:p>
        </p:txBody>
      </p:sp>
      <p:sp>
        <p:nvSpPr>
          <p:cNvPr id="3" name="日期版面配置區 2"/>
          <p:cNvSpPr>
            <a:spLocks noGrp="1"/>
          </p:cNvSpPr>
          <p:nvPr>
            <p:ph type="dt" sz="quarter" idx="1"/>
          </p:nvPr>
        </p:nvSpPr>
        <p:spPr>
          <a:xfrm>
            <a:off x="5437395" y="0"/>
            <a:ext cx="4161566" cy="366111"/>
          </a:xfrm>
          <a:prstGeom prst="rect">
            <a:avLst/>
          </a:prstGeom>
        </p:spPr>
        <p:txBody>
          <a:bodyPr vert="horz" lIns="91417" tIns="45709" rIns="91417" bIns="45709" rtlCol="0"/>
          <a:lstStyle>
            <a:lvl1pPr algn="r">
              <a:defRPr sz="1200"/>
            </a:lvl1pPr>
          </a:lstStyle>
          <a:p>
            <a:endParaRPr lang="zh-TW" altLang="en-US"/>
          </a:p>
        </p:txBody>
      </p:sp>
      <p:sp>
        <p:nvSpPr>
          <p:cNvPr id="4" name="頁尾版面配置區 3"/>
          <p:cNvSpPr>
            <a:spLocks noGrp="1"/>
          </p:cNvSpPr>
          <p:nvPr>
            <p:ph type="ftr" sz="quarter" idx="2"/>
          </p:nvPr>
        </p:nvSpPr>
        <p:spPr>
          <a:xfrm>
            <a:off x="4" y="6947919"/>
            <a:ext cx="4161566" cy="366111"/>
          </a:xfrm>
          <a:prstGeom prst="rect">
            <a:avLst/>
          </a:prstGeom>
        </p:spPr>
        <p:txBody>
          <a:bodyPr vert="horz" lIns="91417" tIns="45709" rIns="91417" bIns="45709" rtlCol="0" anchor="b"/>
          <a:lstStyle>
            <a:lvl1pPr algn="l">
              <a:defRPr sz="1200"/>
            </a:lvl1pPr>
          </a:lstStyle>
          <a:p>
            <a:endParaRPr lang="zh-TW" altLang="en-US"/>
          </a:p>
        </p:txBody>
      </p:sp>
    </p:spTree>
    <p:extLst>
      <p:ext uri="{BB962C8B-B14F-4D97-AF65-F5344CB8AC3E}">
        <p14:creationId xmlns:p14="http://schemas.microsoft.com/office/powerpoint/2010/main" val="926112715"/>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6" y="2"/>
            <a:ext cx="4160518" cy="365760"/>
          </a:xfrm>
          <a:prstGeom prst="rect">
            <a:avLst/>
          </a:prstGeom>
        </p:spPr>
        <p:txBody>
          <a:bodyPr vert="horz" lIns="91417" tIns="45709" rIns="91417" bIns="45709" rtlCol="0"/>
          <a:lstStyle>
            <a:lvl1pPr algn="l">
              <a:defRPr sz="1200"/>
            </a:lvl1pPr>
          </a:lstStyle>
          <a:p>
            <a:endParaRPr lang="zh-TW" altLang="en-US"/>
          </a:p>
        </p:txBody>
      </p:sp>
      <p:sp>
        <p:nvSpPr>
          <p:cNvPr id="3" name="日期版面配置區 2"/>
          <p:cNvSpPr>
            <a:spLocks noGrp="1"/>
          </p:cNvSpPr>
          <p:nvPr>
            <p:ph type="dt" idx="1"/>
          </p:nvPr>
        </p:nvSpPr>
        <p:spPr>
          <a:xfrm>
            <a:off x="5438465" y="2"/>
            <a:ext cx="4160518" cy="365760"/>
          </a:xfrm>
          <a:prstGeom prst="rect">
            <a:avLst/>
          </a:prstGeom>
        </p:spPr>
        <p:txBody>
          <a:bodyPr vert="horz" lIns="91417" tIns="45709" rIns="91417" bIns="45709" rtlCol="0"/>
          <a:lstStyle>
            <a:lvl1pPr algn="r">
              <a:defRPr sz="1200"/>
            </a:lvl1pPr>
          </a:lstStyle>
          <a:p>
            <a:endParaRPr lang="zh-TW" altLang="en-US"/>
          </a:p>
        </p:txBody>
      </p:sp>
      <p:sp>
        <p:nvSpPr>
          <p:cNvPr id="4" name="投影片圖像版面配置區 3"/>
          <p:cNvSpPr>
            <a:spLocks noGrp="1" noRot="1" noChangeAspect="1"/>
          </p:cNvSpPr>
          <p:nvPr>
            <p:ph type="sldImg" idx="2"/>
          </p:nvPr>
        </p:nvSpPr>
        <p:spPr>
          <a:xfrm>
            <a:off x="2362200" y="547688"/>
            <a:ext cx="4876800" cy="2744787"/>
          </a:xfrm>
          <a:prstGeom prst="rect">
            <a:avLst/>
          </a:prstGeom>
          <a:noFill/>
          <a:ln w="12700">
            <a:solidFill>
              <a:prstClr val="black"/>
            </a:solidFill>
          </a:ln>
        </p:spPr>
        <p:txBody>
          <a:bodyPr vert="horz" lIns="91417" tIns="45709" rIns="91417" bIns="45709" rtlCol="0" anchor="ctr"/>
          <a:lstStyle/>
          <a:p>
            <a:endParaRPr lang="zh-TW" altLang="en-US"/>
          </a:p>
        </p:txBody>
      </p:sp>
      <p:sp>
        <p:nvSpPr>
          <p:cNvPr id="5" name="備忘稿版面配置區 4"/>
          <p:cNvSpPr>
            <a:spLocks noGrp="1"/>
          </p:cNvSpPr>
          <p:nvPr>
            <p:ph type="body" sz="quarter" idx="3"/>
          </p:nvPr>
        </p:nvSpPr>
        <p:spPr>
          <a:xfrm>
            <a:off x="960121" y="3474724"/>
            <a:ext cx="7680960" cy="3291840"/>
          </a:xfrm>
          <a:prstGeom prst="rect">
            <a:avLst/>
          </a:prstGeom>
        </p:spPr>
        <p:txBody>
          <a:bodyPr vert="horz" lIns="91417" tIns="45709" rIns="91417" bIns="45709"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6" y="6948175"/>
            <a:ext cx="4160518" cy="365760"/>
          </a:xfrm>
          <a:prstGeom prst="rect">
            <a:avLst/>
          </a:prstGeom>
        </p:spPr>
        <p:txBody>
          <a:bodyPr vert="horz" lIns="91417" tIns="45709" rIns="91417" bIns="45709"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438465" y="6948175"/>
            <a:ext cx="4160518" cy="365760"/>
          </a:xfrm>
          <a:prstGeom prst="rect">
            <a:avLst/>
          </a:prstGeom>
        </p:spPr>
        <p:txBody>
          <a:bodyPr vert="horz" lIns="91417" tIns="45709" rIns="91417" bIns="45709" rtlCol="0" anchor="b"/>
          <a:lstStyle>
            <a:lvl1pPr algn="r">
              <a:defRPr sz="1200"/>
            </a:lvl1pPr>
          </a:lstStyle>
          <a:p>
            <a:fld id="{84B0AAAA-B403-45D5-A569-1B86194BF3FF}" type="slidenum">
              <a:rPr lang="zh-TW" altLang="en-US" smtClean="0"/>
              <a:t>‹#›</a:t>
            </a:fld>
            <a:endParaRPr lang="zh-TW" altLang="en-US"/>
          </a:p>
        </p:txBody>
      </p:sp>
    </p:spTree>
    <p:extLst>
      <p:ext uri="{BB962C8B-B14F-4D97-AF65-F5344CB8AC3E}">
        <p14:creationId xmlns:p14="http://schemas.microsoft.com/office/powerpoint/2010/main" val="4233027896"/>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3495624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r>
              <a:rPr lang="en-US" altLang="zh-CN" sz="1200" dirty="0">
                <a:latin typeface="Arial" panose="020B0604020202020204" pitchFamily="34" charset="0"/>
                <a:cs typeface="Arial" panose="020B0604020202020204" pitchFamily="34" charset="0"/>
              </a:rPr>
              <a:t>surveillance </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sɚˈveɪ.ləns</a:t>
            </a:r>
            <a:r>
              <a:rPr lang="en-US" sz="1200" b="0" i="0" kern="1200" dirty="0">
                <a:solidFill>
                  <a:schemeClr val="tx1"/>
                </a:solidFill>
                <a:effectLst/>
                <a:latin typeface="+mn-lt"/>
                <a:ea typeface="+mn-ea"/>
                <a:cs typeface="+mn-cs"/>
              </a:rPr>
              <a:t>/</a:t>
            </a:r>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416913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r>
              <a:rPr lang="en-US" altLang="zh-CN" sz="1200" dirty="0">
                <a:latin typeface="Arial" panose="020B0604020202020204" pitchFamily="34" charset="0"/>
                <a:cs typeface="Arial" panose="020B0604020202020204" pitchFamily="34" charset="0"/>
              </a:rPr>
              <a:t>surveillance </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sɚˈveɪ.ləns</a:t>
            </a:r>
            <a:r>
              <a:rPr lang="en-US" sz="1200" b="0" i="0" kern="1200" dirty="0">
                <a:solidFill>
                  <a:schemeClr val="tx1"/>
                </a:solidFill>
                <a:effectLst/>
                <a:latin typeface="+mn-lt"/>
                <a:ea typeface="+mn-ea"/>
                <a:cs typeface="+mn-cs"/>
              </a:rPr>
              <a:t>/</a:t>
            </a:r>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1047555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2659976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865319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23147993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3145747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2388268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3808926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F04F4-7956-FC85-3D45-C50AFB83DAD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BDF7D00C-2D38-8637-57E1-03AB3CE1B52B}"/>
              </a:ext>
            </a:extLst>
          </p:cNvPr>
          <p:cNvSpPr>
            <a:spLocks noGrp="1" noRot="1" noChangeAspect="1"/>
          </p:cNvSpPr>
          <p:nvPr>
            <p:ph type="sldImg"/>
          </p:nvPr>
        </p:nvSpPr>
        <p:spPr>
          <a:xfrm>
            <a:off x="2362200" y="547688"/>
            <a:ext cx="4876800" cy="2744787"/>
          </a:xfrm>
        </p:spPr>
      </p:sp>
      <p:sp>
        <p:nvSpPr>
          <p:cNvPr id="3" name="備忘稿版面配置區 2">
            <a:extLst>
              <a:ext uri="{FF2B5EF4-FFF2-40B4-BE49-F238E27FC236}">
                <a16:creationId xmlns:a16="http://schemas.microsoft.com/office/drawing/2014/main" id="{EE01140B-EF98-7DE3-C6D2-0A0C83221848}"/>
              </a:ext>
            </a:extLst>
          </p:cNvPr>
          <p:cNvSpPr>
            <a:spLocks noGrp="1"/>
          </p:cNvSpPr>
          <p:nvPr>
            <p:ph type="body" idx="1"/>
          </p:nvPr>
        </p:nvSpPr>
        <p:spPr/>
        <p:txBody>
          <a:bodyPr/>
          <a:lstStyle/>
          <a:p>
            <a:endParaRPr lang="zh-TW" altLang="en-US" dirty="0"/>
          </a:p>
        </p:txBody>
      </p:sp>
      <p:sp>
        <p:nvSpPr>
          <p:cNvPr id="6" name="Date Placeholder 5">
            <a:extLst>
              <a:ext uri="{FF2B5EF4-FFF2-40B4-BE49-F238E27FC236}">
                <a16:creationId xmlns:a16="http://schemas.microsoft.com/office/drawing/2014/main" id="{9D37DCDF-7BA4-7350-8F10-B765BC9676CF}"/>
              </a:ext>
            </a:extLst>
          </p:cNvPr>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2474101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1BD-B5E6-EB76-FCCF-5DD4A8689661}"/>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E195504-7AB1-DD9F-6C4E-223BD00C5FC9}"/>
              </a:ext>
            </a:extLst>
          </p:cNvPr>
          <p:cNvSpPr>
            <a:spLocks noGrp="1" noRot="1" noChangeAspect="1"/>
          </p:cNvSpPr>
          <p:nvPr>
            <p:ph type="sldImg"/>
          </p:nvPr>
        </p:nvSpPr>
        <p:spPr>
          <a:xfrm>
            <a:off x="2362200" y="547688"/>
            <a:ext cx="4876800" cy="2744787"/>
          </a:xfrm>
        </p:spPr>
      </p:sp>
      <p:sp>
        <p:nvSpPr>
          <p:cNvPr id="3" name="備忘稿版面配置區 2">
            <a:extLst>
              <a:ext uri="{FF2B5EF4-FFF2-40B4-BE49-F238E27FC236}">
                <a16:creationId xmlns:a16="http://schemas.microsoft.com/office/drawing/2014/main" id="{9F52C14E-3FC4-5E01-2589-9DCE55668161}"/>
              </a:ext>
            </a:extLst>
          </p:cNvPr>
          <p:cNvSpPr>
            <a:spLocks noGrp="1"/>
          </p:cNvSpPr>
          <p:nvPr>
            <p:ph type="body" idx="1"/>
          </p:nvPr>
        </p:nvSpPr>
        <p:spPr/>
        <p:txBody>
          <a:bodyPr/>
          <a:lstStyle/>
          <a:p>
            <a:endParaRPr lang="zh-TW" altLang="en-US" dirty="0"/>
          </a:p>
        </p:txBody>
      </p:sp>
      <p:sp>
        <p:nvSpPr>
          <p:cNvPr id="6" name="Date Placeholder 5">
            <a:extLst>
              <a:ext uri="{FF2B5EF4-FFF2-40B4-BE49-F238E27FC236}">
                <a16:creationId xmlns:a16="http://schemas.microsoft.com/office/drawing/2014/main" id="{40D6FEE5-7E9B-454B-EBEF-038C1C627AC6}"/>
              </a:ext>
            </a:extLst>
          </p:cNvPr>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2828728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0D406-5F25-5901-682B-9F87BA5C283E}"/>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B58ED595-D4A3-7276-3948-4284D241AE76}"/>
              </a:ext>
            </a:extLst>
          </p:cNvPr>
          <p:cNvSpPr>
            <a:spLocks noGrp="1" noRot="1" noChangeAspect="1"/>
          </p:cNvSpPr>
          <p:nvPr>
            <p:ph type="sldImg"/>
          </p:nvPr>
        </p:nvSpPr>
        <p:spPr>
          <a:xfrm>
            <a:off x="2362200" y="547688"/>
            <a:ext cx="4876800" cy="2744787"/>
          </a:xfrm>
        </p:spPr>
      </p:sp>
      <p:sp>
        <p:nvSpPr>
          <p:cNvPr id="3" name="備忘稿版面配置區 2">
            <a:extLst>
              <a:ext uri="{FF2B5EF4-FFF2-40B4-BE49-F238E27FC236}">
                <a16:creationId xmlns:a16="http://schemas.microsoft.com/office/drawing/2014/main" id="{3E5306F5-643A-0D46-73CB-C2FFBB9EF23D}"/>
              </a:ext>
            </a:extLst>
          </p:cNvPr>
          <p:cNvSpPr>
            <a:spLocks noGrp="1"/>
          </p:cNvSpPr>
          <p:nvPr>
            <p:ph type="body" idx="1"/>
          </p:nvPr>
        </p:nvSpPr>
        <p:spPr/>
        <p:txBody>
          <a:bodyPr/>
          <a:lstStyle/>
          <a:p>
            <a:endParaRPr lang="zh-TW" altLang="en-US" dirty="0"/>
          </a:p>
        </p:txBody>
      </p:sp>
      <p:sp>
        <p:nvSpPr>
          <p:cNvPr id="6" name="Date Placeholder 5">
            <a:extLst>
              <a:ext uri="{FF2B5EF4-FFF2-40B4-BE49-F238E27FC236}">
                <a16:creationId xmlns:a16="http://schemas.microsoft.com/office/drawing/2014/main" id="{20707FD4-31D3-C8C6-B4F2-A135C637760D}"/>
              </a:ext>
            </a:extLst>
          </p:cNvPr>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3620386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9E83B-17CB-8F56-8AFD-9217C7BB0B75}"/>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7964237-9490-C6E1-0258-23946C23F8FF}"/>
              </a:ext>
            </a:extLst>
          </p:cNvPr>
          <p:cNvSpPr>
            <a:spLocks noGrp="1" noRot="1" noChangeAspect="1"/>
          </p:cNvSpPr>
          <p:nvPr>
            <p:ph type="sldImg"/>
          </p:nvPr>
        </p:nvSpPr>
        <p:spPr>
          <a:xfrm>
            <a:off x="2362200" y="547688"/>
            <a:ext cx="4876800" cy="2744787"/>
          </a:xfrm>
        </p:spPr>
      </p:sp>
      <p:sp>
        <p:nvSpPr>
          <p:cNvPr id="3" name="備忘稿版面配置區 2">
            <a:extLst>
              <a:ext uri="{FF2B5EF4-FFF2-40B4-BE49-F238E27FC236}">
                <a16:creationId xmlns:a16="http://schemas.microsoft.com/office/drawing/2014/main" id="{0FD8A8FE-269C-56FB-A6CF-F17C6658F1B2}"/>
              </a:ext>
            </a:extLst>
          </p:cNvPr>
          <p:cNvSpPr>
            <a:spLocks noGrp="1"/>
          </p:cNvSpPr>
          <p:nvPr>
            <p:ph type="body" idx="1"/>
          </p:nvPr>
        </p:nvSpPr>
        <p:spPr/>
        <p:txBody>
          <a:bodyPr/>
          <a:lstStyle/>
          <a:p>
            <a:endParaRPr lang="zh-TW" altLang="en-US" dirty="0"/>
          </a:p>
        </p:txBody>
      </p:sp>
      <p:sp>
        <p:nvSpPr>
          <p:cNvPr id="6" name="Date Placeholder 5">
            <a:extLst>
              <a:ext uri="{FF2B5EF4-FFF2-40B4-BE49-F238E27FC236}">
                <a16:creationId xmlns:a16="http://schemas.microsoft.com/office/drawing/2014/main" id="{B86F9C20-EEB7-7C4B-0085-010899361CEB}"/>
              </a:ext>
            </a:extLst>
          </p:cNvPr>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3735319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8B8BE-6834-2ABD-08B7-583C4D28CCA6}"/>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6BAA30F-86EE-2A85-0477-2ABDE9E0C9C3}"/>
              </a:ext>
            </a:extLst>
          </p:cNvPr>
          <p:cNvSpPr>
            <a:spLocks noGrp="1" noRot="1" noChangeAspect="1"/>
          </p:cNvSpPr>
          <p:nvPr>
            <p:ph type="sldImg"/>
          </p:nvPr>
        </p:nvSpPr>
        <p:spPr>
          <a:xfrm>
            <a:off x="2362200" y="547688"/>
            <a:ext cx="4876800" cy="2744787"/>
          </a:xfrm>
        </p:spPr>
      </p:sp>
      <p:sp>
        <p:nvSpPr>
          <p:cNvPr id="3" name="備忘稿版面配置區 2">
            <a:extLst>
              <a:ext uri="{FF2B5EF4-FFF2-40B4-BE49-F238E27FC236}">
                <a16:creationId xmlns:a16="http://schemas.microsoft.com/office/drawing/2014/main" id="{61555A46-A2DC-4CB9-2797-8D542AD64F89}"/>
              </a:ext>
            </a:extLst>
          </p:cNvPr>
          <p:cNvSpPr>
            <a:spLocks noGrp="1"/>
          </p:cNvSpPr>
          <p:nvPr>
            <p:ph type="body" idx="1"/>
          </p:nvPr>
        </p:nvSpPr>
        <p:spPr/>
        <p:txBody>
          <a:bodyPr/>
          <a:lstStyle/>
          <a:p>
            <a:endParaRPr lang="zh-TW" altLang="en-US" dirty="0"/>
          </a:p>
        </p:txBody>
      </p:sp>
      <p:sp>
        <p:nvSpPr>
          <p:cNvPr id="6" name="Date Placeholder 5">
            <a:extLst>
              <a:ext uri="{FF2B5EF4-FFF2-40B4-BE49-F238E27FC236}">
                <a16:creationId xmlns:a16="http://schemas.microsoft.com/office/drawing/2014/main" id="{575AA260-AFCC-EE0E-D651-EC3BF3D6A537}"/>
              </a:ext>
            </a:extLst>
          </p:cNvPr>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412657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2660816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3716064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2362200" y="547688"/>
            <a:ext cx="4876800" cy="2744787"/>
          </a:xfrm>
        </p:spPr>
      </p:sp>
      <p:sp>
        <p:nvSpPr>
          <p:cNvPr id="3" name="備忘稿版面配置區 2"/>
          <p:cNvSpPr>
            <a:spLocks noGrp="1"/>
          </p:cNvSpPr>
          <p:nvPr>
            <p:ph type="body" idx="1"/>
          </p:nvPr>
        </p:nvSpPr>
        <p:spPr/>
        <p:txBody>
          <a:bodyPr/>
          <a:lstStyle/>
          <a:p>
            <a:endParaRPr lang="zh-TW" altLang="en-US" dirty="0"/>
          </a:p>
        </p:txBody>
      </p:sp>
      <p:sp>
        <p:nvSpPr>
          <p:cNvPr id="6" name="Date Placeholder 5"/>
          <p:cNvSpPr>
            <a:spLocks noGrp="1"/>
          </p:cNvSpPr>
          <p:nvPr>
            <p:ph type="dt" idx="11"/>
          </p:nvPr>
        </p:nvSpPr>
        <p:spPr/>
        <p:txBody>
          <a:bodyPr/>
          <a:lstStyle/>
          <a:p>
            <a:endParaRPr lang="zh-TW" altLang="en-US"/>
          </a:p>
        </p:txBody>
      </p:sp>
    </p:spTree>
    <p:extLst>
      <p:ext uri="{BB962C8B-B14F-4D97-AF65-F5344CB8AC3E}">
        <p14:creationId xmlns:p14="http://schemas.microsoft.com/office/powerpoint/2010/main" val="373086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D1AFB77-9947-6D5E-494F-24BCEBA07337}"/>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a:extLst>
              <a:ext uri="{FF2B5EF4-FFF2-40B4-BE49-F238E27FC236}">
                <a16:creationId xmlns:a16="http://schemas.microsoft.com/office/drawing/2014/main" id="{C9ECC0C7-FE61-3D54-062C-DF1A7F0544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p>
        </p:txBody>
      </p:sp>
      <p:sp>
        <p:nvSpPr>
          <p:cNvPr id="4" name="Chỗ dành sẵn cho Ngày tháng 3">
            <a:extLst>
              <a:ext uri="{FF2B5EF4-FFF2-40B4-BE49-F238E27FC236}">
                <a16:creationId xmlns:a16="http://schemas.microsoft.com/office/drawing/2014/main" id="{41D06F6A-C2B5-6A03-1820-49381D001E06}"/>
              </a:ext>
            </a:extLst>
          </p:cNvPr>
          <p:cNvSpPr>
            <a:spLocks noGrp="1"/>
          </p:cNvSpPr>
          <p:nvPr>
            <p:ph type="dt" sz="half" idx="10"/>
          </p:nvPr>
        </p:nvSpPr>
        <p:spPr/>
        <p:txBody>
          <a:bodyPr/>
          <a:lstStyle/>
          <a:p>
            <a:endParaRPr lang="zh-TW" altLang="en-US" dirty="0"/>
          </a:p>
        </p:txBody>
      </p:sp>
      <p:sp>
        <p:nvSpPr>
          <p:cNvPr id="5" name="Chỗ dành sẵn cho Chân trang 4">
            <a:extLst>
              <a:ext uri="{FF2B5EF4-FFF2-40B4-BE49-F238E27FC236}">
                <a16:creationId xmlns:a16="http://schemas.microsoft.com/office/drawing/2014/main" id="{BFC9F4E5-883A-3F3A-5911-F907F048B4BE}"/>
              </a:ext>
            </a:extLst>
          </p:cNvPr>
          <p:cNvSpPr>
            <a:spLocks noGrp="1"/>
          </p:cNvSpPr>
          <p:nvPr>
            <p:ph type="ftr" sz="quarter" idx="11"/>
          </p:nvPr>
        </p:nvSpPr>
        <p:spPr/>
        <p:txBody>
          <a:bodyPr/>
          <a:lstStyle/>
          <a:p>
            <a:r>
              <a:rPr lang="en-US" altLang="zh-TW"/>
              <a:t>NTUT MMS LAB</a:t>
            </a:r>
            <a:endParaRPr lang="zh-TW" altLang="en-US"/>
          </a:p>
        </p:txBody>
      </p:sp>
      <p:sp>
        <p:nvSpPr>
          <p:cNvPr id="6" name="Chỗ dành sẵn cho Số hiệu Bản chiếu 5">
            <a:extLst>
              <a:ext uri="{FF2B5EF4-FFF2-40B4-BE49-F238E27FC236}">
                <a16:creationId xmlns:a16="http://schemas.microsoft.com/office/drawing/2014/main" id="{464C9862-7A15-6969-0816-0C392EB335B2}"/>
              </a:ext>
            </a:extLst>
          </p:cNvPr>
          <p:cNvSpPr>
            <a:spLocks noGrp="1"/>
          </p:cNvSpPr>
          <p:nvPr>
            <p:ph type="sldNum" sz="quarter" idx="12"/>
          </p:nvPr>
        </p:nvSpPr>
        <p:spPr/>
        <p:txBody>
          <a:bodyPr/>
          <a:lstStyle/>
          <a:p>
            <a:fld id="{C9A64E0F-ED07-4395-957B-50C881CF96C2}" type="slidenum">
              <a:rPr lang="vi-VN" smtClean="0"/>
              <a:t>‹#›</a:t>
            </a:fld>
            <a:endParaRPr lang="vi-VN"/>
          </a:p>
        </p:txBody>
      </p:sp>
    </p:spTree>
    <p:extLst>
      <p:ext uri="{BB962C8B-B14F-4D97-AF65-F5344CB8AC3E}">
        <p14:creationId xmlns:p14="http://schemas.microsoft.com/office/powerpoint/2010/main" val="172778641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4FE1A2D-9768-08F7-61AA-BBA1BBC35FA0}"/>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8A13043D-75AB-EE77-4884-7E795FE13E28}"/>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F6AD11DF-09C9-C4EE-4B1A-D8066C6CF712}"/>
              </a:ext>
            </a:extLst>
          </p:cNvPr>
          <p:cNvSpPr>
            <a:spLocks noGrp="1"/>
          </p:cNvSpPr>
          <p:nvPr>
            <p:ph type="dt" sz="half" idx="10"/>
          </p:nvPr>
        </p:nvSpPr>
        <p:spPr/>
        <p:txBody>
          <a:bodyPr/>
          <a:lstStyle/>
          <a:p>
            <a:endParaRPr lang="zh-TW" altLang="en-US" dirty="0"/>
          </a:p>
        </p:txBody>
      </p:sp>
      <p:sp>
        <p:nvSpPr>
          <p:cNvPr id="5" name="Chỗ dành sẵn cho Chân trang 4">
            <a:extLst>
              <a:ext uri="{FF2B5EF4-FFF2-40B4-BE49-F238E27FC236}">
                <a16:creationId xmlns:a16="http://schemas.microsoft.com/office/drawing/2014/main" id="{AAF61A8A-D209-B02F-19F0-DAA567EF95B2}"/>
              </a:ext>
            </a:extLst>
          </p:cNvPr>
          <p:cNvSpPr>
            <a:spLocks noGrp="1"/>
          </p:cNvSpPr>
          <p:nvPr>
            <p:ph type="ftr" sz="quarter" idx="11"/>
          </p:nvPr>
        </p:nvSpPr>
        <p:spPr/>
        <p:txBody>
          <a:bodyPr/>
          <a:lstStyle/>
          <a:p>
            <a:r>
              <a:rPr lang="en-US" altLang="zh-TW"/>
              <a:t>NTUT MMS LAB</a:t>
            </a:r>
            <a:endParaRPr lang="zh-TW" altLang="en-US"/>
          </a:p>
        </p:txBody>
      </p:sp>
      <p:sp>
        <p:nvSpPr>
          <p:cNvPr id="6" name="Chỗ dành sẵn cho Số hiệu Bản chiếu 5">
            <a:extLst>
              <a:ext uri="{FF2B5EF4-FFF2-40B4-BE49-F238E27FC236}">
                <a16:creationId xmlns:a16="http://schemas.microsoft.com/office/drawing/2014/main" id="{62B04943-B634-F3CD-AB79-D6448F8AAA6D}"/>
              </a:ext>
            </a:extLst>
          </p:cNvPr>
          <p:cNvSpPr>
            <a:spLocks noGrp="1"/>
          </p:cNvSpPr>
          <p:nvPr>
            <p:ph type="sldNum" sz="quarter" idx="12"/>
          </p:nvPr>
        </p:nvSpPr>
        <p:spPr/>
        <p:txBody>
          <a:bodyPr/>
          <a:lstStyle/>
          <a:p>
            <a:fld id="{C9A64E0F-ED07-4395-957B-50C881CF96C2}" type="slidenum">
              <a:rPr lang="vi-VN" smtClean="0"/>
              <a:t>‹#›</a:t>
            </a:fld>
            <a:endParaRPr lang="vi-VN"/>
          </a:p>
        </p:txBody>
      </p:sp>
    </p:spTree>
    <p:extLst>
      <p:ext uri="{BB962C8B-B14F-4D97-AF65-F5344CB8AC3E}">
        <p14:creationId xmlns:p14="http://schemas.microsoft.com/office/powerpoint/2010/main" val="410267564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AF66E6D-E461-7F6B-3C8B-830335AF6DDA}"/>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a:extLst>
              <a:ext uri="{FF2B5EF4-FFF2-40B4-BE49-F238E27FC236}">
                <a16:creationId xmlns:a16="http://schemas.microsoft.com/office/drawing/2014/main" id="{33EF3FE7-54DE-D8CD-5066-AD0F3EC8CE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8BCB20E8-1A35-A8E4-3E0C-2754914F30BC}"/>
              </a:ext>
            </a:extLst>
          </p:cNvPr>
          <p:cNvSpPr>
            <a:spLocks noGrp="1"/>
          </p:cNvSpPr>
          <p:nvPr>
            <p:ph type="dt" sz="half" idx="10"/>
          </p:nvPr>
        </p:nvSpPr>
        <p:spPr/>
        <p:txBody>
          <a:bodyPr/>
          <a:lstStyle/>
          <a:p>
            <a:endParaRPr lang="zh-TW" altLang="en-US" dirty="0"/>
          </a:p>
        </p:txBody>
      </p:sp>
      <p:sp>
        <p:nvSpPr>
          <p:cNvPr id="5" name="Chỗ dành sẵn cho Chân trang 4">
            <a:extLst>
              <a:ext uri="{FF2B5EF4-FFF2-40B4-BE49-F238E27FC236}">
                <a16:creationId xmlns:a16="http://schemas.microsoft.com/office/drawing/2014/main" id="{350F147D-5411-75C9-5581-2C539A734AD1}"/>
              </a:ext>
            </a:extLst>
          </p:cNvPr>
          <p:cNvSpPr>
            <a:spLocks noGrp="1"/>
          </p:cNvSpPr>
          <p:nvPr>
            <p:ph type="ftr" sz="quarter" idx="11"/>
          </p:nvPr>
        </p:nvSpPr>
        <p:spPr/>
        <p:txBody>
          <a:bodyPr/>
          <a:lstStyle/>
          <a:p>
            <a:r>
              <a:rPr lang="en-US" altLang="zh-TW"/>
              <a:t>NTUT MMS LAB</a:t>
            </a:r>
            <a:endParaRPr lang="zh-TW" altLang="en-US"/>
          </a:p>
        </p:txBody>
      </p:sp>
      <p:sp>
        <p:nvSpPr>
          <p:cNvPr id="6" name="Chỗ dành sẵn cho Số hiệu Bản chiếu 5">
            <a:extLst>
              <a:ext uri="{FF2B5EF4-FFF2-40B4-BE49-F238E27FC236}">
                <a16:creationId xmlns:a16="http://schemas.microsoft.com/office/drawing/2014/main" id="{9D175A0C-5109-EC1E-C3AD-005123275C5E}"/>
              </a:ext>
            </a:extLst>
          </p:cNvPr>
          <p:cNvSpPr>
            <a:spLocks noGrp="1"/>
          </p:cNvSpPr>
          <p:nvPr>
            <p:ph type="sldNum" sz="quarter" idx="12"/>
          </p:nvPr>
        </p:nvSpPr>
        <p:spPr/>
        <p:txBody>
          <a:bodyPr/>
          <a:lstStyle/>
          <a:p>
            <a:fld id="{C9A64E0F-ED07-4395-957B-50C881CF96C2}" type="slidenum">
              <a:rPr lang="vi-VN" smtClean="0"/>
              <a:t>‹#›</a:t>
            </a:fld>
            <a:endParaRPr lang="vi-VN"/>
          </a:p>
        </p:txBody>
      </p:sp>
    </p:spTree>
    <p:extLst>
      <p:ext uri="{BB962C8B-B14F-4D97-AF65-F5344CB8AC3E}">
        <p14:creationId xmlns:p14="http://schemas.microsoft.com/office/powerpoint/2010/main" val="334143751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52783C1-21D6-F45E-AF5A-8594E74B3ADC}"/>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0C55BC50-9580-568E-9644-C220E8091993}"/>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ội dung 3">
            <a:extLst>
              <a:ext uri="{FF2B5EF4-FFF2-40B4-BE49-F238E27FC236}">
                <a16:creationId xmlns:a16="http://schemas.microsoft.com/office/drawing/2014/main" id="{DFA71AAD-EBF0-E846-EDA2-05B8E98C482A}"/>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Ngày tháng 4">
            <a:extLst>
              <a:ext uri="{FF2B5EF4-FFF2-40B4-BE49-F238E27FC236}">
                <a16:creationId xmlns:a16="http://schemas.microsoft.com/office/drawing/2014/main" id="{70157451-D5F9-0D8C-1A53-6B261346C9F9}"/>
              </a:ext>
            </a:extLst>
          </p:cNvPr>
          <p:cNvSpPr>
            <a:spLocks noGrp="1"/>
          </p:cNvSpPr>
          <p:nvPr>
            <p:ph type="dt" sz="half" idx="10"/>
          </p:nvPr>
        </p:nvSpPr>
        <p:spPr/>
        <p:txBody>
          <a:bodyPr/>
          <a:lstStyle/>
          <a:p>
            <a:endParaRPr lang="zh-TW" altLang="en-US" dirty="0"/>
          </a:p>
        </p:txBody>
      </p:sp>
      <p:sp>
        <p:nvSpPr>
          <p:cNvPr id="6" name="Chỗ dành sẵn cho Chân trang 5">
            <a:extLst>
              <a:ext uri="{FF2B5EF4-FFF2-40B4-BE49-F238E27FC236}">
                <a16:creationId xmlns:a16="http://schemas.microsoft.com/office/drawing/2014/main" id="{BD77049C-A4B2-6A37-55BF-D28569160029}"/>
              </a:ext>
            </a:extLst>
          </p:cNvPr>
          <p:cNvSpPr>
            <a:spLocks noGrp="1"/>
          </p:cNvSpPr>
          <p:nvPr>
            <p:ph type="ftr" sz="quarter" idx="11"/>
          </p:nvPr>
        </p:nvSpPr>
        <p:spPr/>
        <p:txBody>
          <a:bodyPr/>
          <a:lstStyle/>
          <a:p>
            <a:r>
              <a:rPr lang="en-US" altLang="zh-TW"/>
              <a:t>NTUT MMS LAB</a:t>
            </a:r>
            <a:endParaRPr lang="zh-TW" altLang="en-US"/>
          </a:p>
        </p:txBody>
      </p:sp>
      <p:sp>
        <p:nvSpPr>
          <p:cNvPr id="7" name="Chỗ dành sẵn cho Số hiệu Bản chiếu 6">
            <a:extLst>
              <a:ext uri="{FF2B5EF4-FFF2-40B4-BE49-F238E27FC236}">
                <a16:creationId xmlns:a16="http://schemas.microsoft.com/office/drawing/2014/main" id="{681C375D-DA36-9BE1-EF9E-BF51981E090B}"/>
              </a:ext>
            </a:extLst>
          </p:cNvPr>
          <p:cNvSpPr>
            <a:spLocks noGrp="1"/>
          </p:cNvSpPr>
          <p:nvPr>
            <p:ph type="sldNum" sz="quarter" idx="12"/>
          </p:nvPr>
        </p:nvSpPr>
        <p:spPr/>
        <p:txBody>
          <a:bodyPr/>
          <a:lstStyle/>
          <a:p>
            <a:fld id="{C9A64E0F-ED07-4395-957B-50C881CF96C2}" type="slidenum">
              <a:rPr lang="vi-VN" smtClean="0"/>
              <a:t>‹#›</a:t>
            </a:fld>
            <a:endParaRPr lang="vi-VN"/>
          </a:p>
        </p:txBody>
      </p:sp>
    </p:spTree>
    <p:extLst>
      <p:ext uri="{BB962C8B-B14F-4D97-AF65-F5344CB8AC3E}">
        <p14:creationId xmlns:p14="http://schemas.microsoft.com/office/powerpoint/2010/main" val="341541729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9B6A665-76B3-1E0E-CC0A-EC3C6E44E67D}"/>
              </a:ext>
            </a:extLst>
          </p:cNvPr>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a:extLst>
              <a:ext uri="{FF2B5EF4-FFF2-40B4-BE49-F238E27FC236}">
                <a16:creationId xmlns:a16="http://schemas.microsoft.com/office/drawing/2014/main" id="{C10D5CE4-A04E-31E4-216C-8DB33F2D23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80F7D3D4-5331-8EE1-AD67-9770E9243496}"/>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Văn bản 4">
            <a:extLst>
              <a:ext uri="{FF2B5EF4-FFF2-40B4-BE49-F238E27FC236}">
                <a16:creationId xmlns:a16="http://schemas.microsoft.com/office/drawing/2014/main" id="{29F36DDC-7CBF-CFD2-215C-753BB31EE8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A345E09E-95FA-B460-886A-50B0D5273F49}"/>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7" name="Chỗ dành sẵn cho Ngày tháng 6">
            <a:extLst>
              <a:ext uri="{FF2B5EF4-FFF2-40B4-BE49-F238E27FC236}">
                <a16:creationId xmlns:a16="http://schemas.microsoft.com/office/drawing/2014/main" id="{8E0E3EEA-0ED0-B55B-F428-486728FADF8F}"/>
              </a:ext>
            </a:extLst>
          </p:cNvPr>
          <p:cNvSpPr>
            <a:spLocks noGrp="1"/>
          </p:cNvSpPr>
          <p:nvPr>
            <p:ph type="dt" sz="half" idx="10"/>
          </p:nvPr>
        </p:nvSpPr>
        <p:spPr/>
        <p:txBody>
          <a:bodyPr/>
          <a:lstStyle/>
          <a:p>
            <a:endParaRPr lang="zh-TW" altLang="en-US" dirty="0"/>
          </a:p>
        </p:txBody>
      </p:sp>
      <p:sp>
        <p:nvSpPr>
          <p:cNvPr id="8" name="Chỗ dành sẵn cho Chân trang 7">
            <a:extLst>
              <a:ext uri="{FF2B5EF4-FFF2-40B4-BE49-F238E27FC236}">
                <a16:creationId xmlns:a16="http://schemas.microsoft.com/office/drawing/2014/main" id="{86F3B909-89D2-3A7B-7B7F-8CAA1DB74160}"/>
              </a:ext>
            </a:extLst>
          </p:cNvPr>
          <p:cNvSpPr>
            <a:spLocks noGrp="1"/>
          </p:cNvSpPr>
          <p:nvPr>
            <p:ph type="ftr" sz="quarter" idx="11"/>
          </p:nvPr>
        </p:nvSpPr>
        <p:spPr/>
        <p:txBody>
          <a:bodyPr/>
          <a:lstStyle/>
          <a:p>
            <a:r>
              <a:rPr lang="en-US" altLang="zh-TW"/>
              <a:t>NTUT MMS LAB</a:t>
            </a:r>
            <a:endParaRPr lang="zh-TW" altLang="en-US"/>
          </a:p>
        </p:txBody>
      </p:sp>
      <p:sp>
        <p:nvSpPr>
          <p:cNvPr id="9" name="Chỗ dành sẵn cho Số hiệu Bản chiếu 8">
            <a:extLst>
              <a:ext uri="{FF2B5EF4-FFF2-40B4-BE49-F238E27FC236}">
                <a16:creationId xmlns:a16="http://schemas.microsoft.com/office/drawing/2014/main" id="{61A3F208-3125-BA96-4023-1D5238678E84}"/>
              </a:ext>
            </a:extLst>
          </p:cNvPr>
          <p:cNvSpPr>
            <a:spLocks noGrp="1"/>
          </p:cNvSpPr>
          <p:nvPr>
            <p:ph type="sldNum" sz="quarter" idx="12"/>
          </p:nvPr>
        </p:nvSpPr>
        <p:spPr/>
        <p:txBody>
          <a:bodyPr/>
          <a:lstStyle/>
          <a:p>
            <a:fld id="{C9A64E0F-ED07-4395-957B-50C881CF96C2}" type="slidenum">
              <a:rPr lang="vi-VN" smtClean="0"/>
              <a:t>‹#›</a:t>
            </a:fld>
            <a:endParaRPr lang="vi-VN"/>
          </a:p>
        </p:txBody>
      </p:sp>
    </p:spTree>
    <p:extLst>
      <p:ext uri="{BB962C8B-B14F-4D97-AF65-F5344CB8AC3E}">
        <p14:creationId xmlns:p14="http://schemas.microsoft.com/office/powerpoint/2010/main" val="338793805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61F43A5-2011-4844-32C8-A1593C07210F}"/>
              </a:ext>
            </a:extLst>
          </p:cNvPr>
          <p:cNvSpPr>
            <a:spLocks noGrp="1"/>
          </p:cNvSpPr>
          <p:nvPr>
            <p:ph type="title"/>
          </p:nvPr>
        </p:nvSpPr>
        <p:spPr/>
        <p:txBody>
          <a:bodyPr/>
          <a:lstStyle/>
          <a:p>
            <a:r>
              <a:rPr lang="vi-VN"/>
              <a:t>Bấm để sửa kiểu tiêu đề Bản cái</a:t>
            </a:r>
          </a:p>
        </p:txBody>
      </p:sp>
      <p:sp>
        <p:nvSpPr>
          <p:cNvPr id="3" name="Chỗ dành sẵn cho Ngày tháng 2">
            <a:extLst>
              <a:ext uri="{FF2B5EF4-FFF2-40B4-BE49-F238E27FC236}">
                <a16:creationId xmlns:a16="http://schemas.microsoft.com/office/drawing/2014/main" id="{5ACF8AFC-4496-163C-144D-D030CBA88664}"/>
              </a:ext>
            </a:extLst>
          </p:cNvPr>
          <p:cNvSpPr>
            <a:spLocks noGrp="1"/>
          </p:cNvSpPr>
          <p:nvPr>
            <p:ph type="dt" sz="half" idx="10"/>
          </p:nvPr>
        </p:nvSpPr>
        <p:spPr/>
        <p:txBody>
          <a:bodyPr/>
          <a:lstStyle/>
          <a:p>
            <a:endParaRPr lang="zh-TW" altLang="en-US" dirty="0"/>
          </a:p>
        </p:txBody>
      </p:sp>
      <p:sp>
        <p:nvSpPr>
          <p:cNvPr id="4" name="Chỗ dành sẵn cho Chân trang 3">
            <a:extLst>
              <a:ext uri="{FF2B5EF4-FFF2-40B4-BE49-F238E27FC236}">
                <a16:creationId xmlns:a16="http://schemas.microsoft.com/office/drawing/2014/main" id="{ECA4069A-90D3-5276-F6CC-20ACC784BD06}"/>
              </a:ext>
            </a:extLst>
          </p:cNvPr>
          <p:cNvSpPr>
            <a:spLocks noGrp="1"/>
          </p:cNvSpPr>
          <p:nvPr>
            <p:ph type="ftr" sz="quarter" idx="11"/>
          </p:nvPr>
        </p:nvSpPr>
        <p:spPr/>
        <p:txBody>
          <a:bodyPr/>
          <a:lstStyle/>
          <a:p>
            <a:r>
              <a:rPr lang="en-US" altLang="zh-TW"/>
              <a:t>NTUT MMS LAB</a:t>
            </a:r>
            <a:endParaRPr lang="zh-TW" altLang="en-US"/>
          </a:p>
        </p:txBody>
      </p:sp>
      <p:sp>
        <p:nvSpPr>
          <p:cNvPr id="5" name="Chỗ dành sẵn cho Số hiệu Bản chiếu 4">
            <a:extLst>
              <a:ext uri="{FF2B5EF4-FFF2-40B4-BE49-F238E27FC236}">
                <a16:creationId xmlns:a16="http://schemas.microsoft.com/office/drawing/2014/main" id="{FC39BEFB-4055-E1BC-EA85-BA0BEAA7F62F}"/>
              </a:ext>
            </a:extLst>
          </p:cNvPr>
          <p:cNvSpPr>
            <a:spLocks noGrp="1"/>
          </p:cNvSpPr>
          <p:nvPr>
            <p:ph type="sldNum" sz="quarter" idx="12"/>
          </p:nvPr>
        </p:nvSpPr>
        <p:spPr/>
        <p:txBody>
          <a:bodyPr/>
          <a:lstStyle/>
          <a:p>
            <a:fld id="{C9A64E0F-ED07-4395-957B-50C881CF96C2}" type="slidenum">
              <a:rPr lang="vi-VN" smtClean="0"/>
              <a:t>‹#›</a:t>
            </a:fld>
            <a:endParaRPr lang="vi-VN"/>
          </a:p>
        </p:txBody>
      </p:sp>
    </p:spTree>
    <p:extLst>
      <p:ext uri="{BB962C8B-B14F-4D97-AF65-F5344CB8AC3E}">
        <p14:creationId xmlns:p14="http://schemas.microsoft.com/office/powerpoint/2010/main" val="270961725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0A65F93A-BEE6-DC24-BD9A-26A38797A6C3}"/>
              </a:ext>
            </a:extLst>
          </p:cNvPr>
          <p:cNvSpPr>
            <a:spLocks noGrp="1"/>
          </p:cNvSpPr>
          <p:nvPr>
            <p:ph type="dt" sz="half" idx="10"/>
          </p:nvPr>
        </p:nvSpPr>
        <p:spPr/>
        <p:txBody>
          <a:bodyPr/>
          <a:lstStyle/>
          <a:p>
            <a:endParaRPr lang="zh-TW" altLang="en-US" dirty="0"/>
          </a:p>
        </p:txBody>
      </p:sp>
      <p:sp>
        <p:nvSpPr>
          <p:cNvPr id="3" name="Chỗ dành sẵn cho Chân trang 2">
            <a:extLst>
              <a:ext uri="{FF2B5EF4-FFF2-40B4-BE49-F238E27FC236}">
                <a16:creationId xmlns:a16="http://schemas.microsoft.com/office/drawing/2014/main" id="{6651963B-5D05-A65F-8F53-818D450A8FC4}"/>
              </a:ext>
            </a:extLst>
          </p:cNvPr>
          <p:cNvSpPr>
            <a:spLocks noGrp="1"/>
          </p:cNvSpPr>
          <p:nvPr>
            <p:ph type="ftr" sz="quarter" idx="11"/>
          </p:nvPr>
        </p:nvSpPr>
        <p:spPr/>
        <p:txBody>
          <a:bodyPr/>
          <a:lstStyle/>
          <a:p>
            <a:r>
              <a:rPr lang="en-US" altLang="zh-TW"/>
              <a:t>NTUT MMS LAB</a:t>
            </a:r>
            <a:endParaRPr lang="zh-TW" altLang="en-US"/>
          </a:p>
        </p:txBody>
      </p:sp>
      <p:sp>
        <p:nvSpPr>
          <p:cNvPr id="4" name="Chỗ dành sẵn cho Số hiệu Bản chiếu 3">
            <a:extLst>
              <a:ext uri="{FF2B5EF4-FFF2-40B4-BE49-F238E27FC236}">
                <a16:creationId xmlns:a16="http://schemas.microsoft.com/office/drawing/2014/main" id="{A8A5FE44-FA37-8B50-A959-460A04C6158F}"/>
              </a:ext>
            </a:extLst>
          </p:cNvPr>
          <p:cNvSpPr>
            <a:spLocks noGrp="1"/>
          </p:cNvSpPr>
          <p:nvPr>
            <p:ph type="sldNum" sz="quarter" idx="12"/>
          </p:nvPr>
        </p:nvSpPr>
        <p:spPr/>
        <p:txBody>
          <a:bodyPr/>
          <a:lstStyle/>
          <a:p>
            <a:fld id="{C9A64E0F-ED07-4395-957B-50C881CF96C2}" type="slidenum">
              <a:rPr lang="vi-VN" smtClean="0"/>
              <a:t>‹#›</a:t>
            </a:fld>
            <a:endParaRPr lang="vi-VN"/>
          </a:p>
        </p:txBody>
      </p:sp>
    </p:spTree>
    <p:extLst>
      <p:ext uri="{BB962C8B-B14F-4D97-AF65-F5344CB8AC3E}">
        <p14:creationId xmlns:p14="http://schemas.microsoft.com/office/powerpoint/2010/main" val="15993231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272E9D6-173C-7474-728D-C0A3F37CBE8B}"/>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a:extLst>
              <a:ext uri="{FF2B5EF4-FFF2-40B4-BE49-F238E27FC236}">
                <a16:creationId xmlns:a16="http://schemas.microsoft.com/office/drawing/2014/main" id="{26152B6E-F9CA-D1AF-BBE0-45832268E1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Văn bản 3">
            <a:extLst>
              <a:ext uri="{FF2B5EF4-FFF2-40B4-BE49-F238E27FC236}">
                <a16:creationId xmlns:a16="http://schemas.microsoft.com/office/drawing/2014/main" id="{EBEB0C2F-CBCA-D2BA-FE3D-C4015FC291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DE765074-229A-81C9-D42B-6295CE2475A9}"/>
              </a:ext>
            </a:extLst>
          </p:cNvPr>
          <p:cNvSpPr>
            <a:spLocks noGrp="1"/>
          </p:cNvSpPr>
          <p:nvPr>
            <p:ph type="dt" sz="half" idx="10"/>
          </p:nvPr>
        </p:nvSpPr>
        <p:spPr/>
        <p:txBody>
          <a:bodyPr/>
          <a:lstStyle/>
          <a:p>
            <a:endParaRPr lang="zh-TW" altLang="en-US" dirty="0"/>
          </a:p>
        </p:txBody>
      </p:sp>
      <p:sp>
        <p:nvSpPr>
          <p:cNvPr id="6" name="Chỗ dành sẵn cho Chân trang 5">
            <a:extLst>
              <a:ext uri="{FF2B5EF4-FFF2-40B4-BE49-F238E27FC236}">
                <a16:creationId xmlns:a16="http://schemas.microsoft.com/office/drawing/2014/main" id="{356574AA-6A5C-A196-3E1F-0DA70869DEC9}"/>
              </a:ext>
            </a:extLst>
          </p:cNvPr>
          <p:cNvSpPr>
            <a:spLocks noGrp="1"/>
          </p:cNvSpPr>
          <p:nvPr>
            <p:ph type="ftr" sz="quarter" idx="11"/>
          </p:nvPr>
        </p:nvSpPr>
        <p:spPr/>
        <p:txBody>
          <a:bodyPr/>
          <a:lstStyle/>
          <a:p>
            <a:r>
              <a:rPr lang="en-US" altLang="zh-TW"/>
              <a:t>NTUT MMS LAB</a:t>
            </a:r>
            <a:endParaRPr lang="zh-TW" altLang="en-US"/>
          </a:p>
        </p:txBody>
      </p:sp>
      <p:sp>
        <p:nvSpPr>
          <p:cNvPr id="7" name="Chỗ dành sẵn cho Số hiệu Bản chiếu 6">
            <a:extLst>
              <a:ext uri="{FF2B5EF4-FFF2-40B4-BE49-F238E27FC236}">
                <a16:creationId xmlns:a16="http://schemas.microsoft.com/office/drawing/2014/main" id="{2390ED12-4002-CAC8-0059-9B2ED6EA8EC8}"/>
              </a:ext>
            </a:extLst>
          </p:cNvPr>
          <p:cNvSpPr>
            <a:spLocks noGrp="1"/>
          </p:cNvSpPr>
          <p:nvPr>
            <p:ph type="sldNum" sz="quarter" idx="12"/>
          </p:nvPr>
        </p:nvSpPr>
        <p:spPr/>
        <p:txBody>
          <a:bodyPr/>
          <a:lstStyle/>
          <a:p>
            <a:fld id="{C9A64E0F-ED07-4395-957B-50C881CF96C2}" type="slidenum">
              <a:rPr lang="vi-VN" smtClean="0"/>
              <a:t>‹#›</a:t>
            </a:fld>
            <a:endParaRPr lang="vi-VN"/>
          </a:p>
        </p:txBody>
      </p:sp>
    </p:spTree>
    <p:extLst>
      <p:ext uri="{BB962C8B-B14F-4D97-AF65-F5344CB8AC3E}">
        <p14:creationId xmlns:p14="http://schemas.microsoft.com/office/powerpoint/2010/main" val="190310602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A2A2F32-2B27-9BB4-715B-3C10E6D3F4EA}"/>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a:extLst>
              <a:ext uri="{FF2B5EF4-FFF2-40B4-BE49-F238E27FC236}">
                <a16:creationId xmlns:a16="http://schemas.microsoft.com/office/drawing/2014/main" id="{62DB06CA-F553-8AE3-65DD-05F36E771A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a:extLst>
              <a:ext uri="{FF2B5EF4-FFF2-40B4-BE49-F238E27FC236}">
                <a16:creationId xmlns:a16="http://schemas.microsoft.com/office/drawing/2014/main" id="{FE0D87C0-EBB1-D178-C314-8D5F6C2DB7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D18551C7-ACA1-EFEE-BEEF-1798F113F7B1}"/>
              </a:ext>
            </a:extLst>
          </p:cNvPr>
          <p:cNvSpPr>
            <a:spLocks noGrp="1"/>
          </p:cNvSpPr>
          <p:nvPr>
            <p:ph type="dt" sz="half" idx="10"/>
          </p:nvPr>
        </p:nvSpPr>
        <p:spPr/>
        <p:txBody>
          <a:bodyPr/>
          <a:lstStyle/>
          <a:p>
            <a:endParaRPr lang="zh-TW" altLang="en-US" dirty="0"/>
          </a:p>
        </p:txBody>
      </p:sp>
      <p:sp>
        <p:nvSpPr>
          <p:cNvPr id="6" name="Chỗ dành sẵn cho Chân trang 5">
            <a:extLst>
              <a:ext uri="{FF2B5EF4-FFF2-40B4-BE49-F238E27FC236}">
                <a16:creationId xmlns:a16="http://schemas.microsoft.com/office/drawing/2014/main" id="{A6891A11-04F4-CE83-7EF6-E82DCE745758}"/>
              </a:ext>
            </a:extLst>
          </p:cNvPr>
          <p:cNvSpPr>
            <a:spLocks noGrp="1"/>
          </p:cNvSpPr>
          <p:nvPr>
            <p:ph type="ftr" sz="quarter" idx="11"/>
          </p:nvPr>
        </p:nvSpPr>
        <p:spPr/>
        <p:txBody>
          <a:bodyPr/>
          <a:lstStyle/>
          <a:p>
            <a:r>
              <a:rPr lang="en-US" altLang="zh-TW"/>
              <a:t>NTUT MMS LAB</a:t>
            </a:r>
            <a:endParaRPr lang="zh-TW" altLang="en-US"/>
          </a:p>
        </p:txBody>
      </p:sp>
      <p:sp>
        <p:nvSpPr>
          <p:cNvPr id="7" name="Chỗ dành sẵn cho Số hiệu Bản chiếu 6">
            <a:extLst>
              <a:ext uri="{FF2B5EF4-FFF2-40B4-BE49-F238E27FC236}">
                <a16:creationId xmlns:a16="http://schemas.microsoft.com/office/drawing/2014/main" id="{C70F5CDC-BD8E-4252-A631-DA017D3854C7}"/>
              </a:ext>
            </a:extLst>
          </p:cNvPr>
          <p:cNvSpPr>
            <a:spLocks noGrp="1"/>
          </p:cNvSpPr>
          <p:nvPr>
            <p:ph type="sldNum" sz="quarter" idx="12"/>
          </p:nvPr>
        </p:nvSpPr>
        <p:spPr/>
        <p:txBody>
          <a:bodyPr/>
          <a:lstStyle/>
          <a:p>
            <a:fld id="{C9A64E0F-ED07-4395-957B-50C881CF96C2}" type="slidenum">
              <a:rPr lang="vi-VN" smtClean="0"/>
              <a:t>‹#›</a:t>
            </a:fld>
            <a:endParaRPr lang="vi-VN"/>
          </a:p>
        </p:txBody>
      </p:sp>
    </p:spTree>
    <p:extLst>
      <p:ext uri="{BB962C8B-B14F-4D97-AF65-F5344CB8AC3E}">
        <p14:creationId xmlns:p14="http://schemas.microsoft.com/office/powerpoint/2010/main" val="59641078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57098B5-E3E8-CBA6-5419-8BC2522E2F53}"/>
              </a:ext>
            </a:extLst>
          </p:cNvPr>
          <p:cNvSpPr>
            <a:spLocks noGrp="1"/>
          </p:cNvSpPr>
          <p:nvPr>
            <p:ph type="title"/>
          </p:nvPr>
        </p:nvSpPr>
        <p:spPr/>
        <p:txBody>
          <a:bodyPr/>
          <a:lstStyle/>
          <a:p>
            <a:r>
              <a:rPr lang="vi-VN"/>
              <a:t>Bấm để sửa kiểu tiêu đề Bản cái</a:t>
            </a:r>
          </a:p>
        </p:txBody>
      </p:sp>
      <p:sp>
        <p:nvSpPr>
          <p:cNvPr id="3" name="Chỗ dành sẵn cho Văn bản Dọc 2">
            <a:extLst>
              <a:ext uri="{FF2B5EF4-FFF2-40B4-BE49-F238E27FC236}">
                <a16:creationId xmlns:a16="http://schemas.microsoft.com/office/drawing/2014/main" id="{2335CB36-0639-07C8-7853-2564C3C0C9DD}"/>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6C44F07C-B5D5-F8A7-767E-30EED1885FC9}"/>
              </a:ext>
            </a:extLst>
          </p:cNvPr>
          <p:cNvSpPr>
            <a:spLocks noGrp="1"/>
          </p:cNvSpPr>
          <p:nvPr>
            <p:ph type="dt" sz="half" idx="10"/>
          </p:nvPr>
        </p:nvSpPr>
        <p:spPr/>
        <p:txBody>
          <a:bodyPr/>
          <a:lstStyle/>
          <a:p>
            <a:endParaRPr lang="zh-TW" altLang="en-US" dirty="0"/>
          </a:p>
        </p:txBody>
      </p:sp>
      <p:sp>
        <p:nvSpPr>
          <p:cNvPr id="5" name="Chỗ dành sẵn cho Chân trang 4">
            <a:extLst>
              <a:ext uri="{FF2B5EF4-FFF2-40B4-BE49-F238E27FC236}">
                <a16:creationId xmlns:a16="http://schemas.microsoft.com/office/drawing/2014/main" id="{31068006-DFF0-E78D-C5D8-62D397754A66}"/>
              </a:ext>
            </a:extLst>
          </p:cNvPr>
          <p:cNvSpPr>
            <a:spLocks noGrp="1"/>
          </p:cNvSpPr>
          <p:nvPr>
            <p:ph type="ftr" sz="quarter" idx="11"/>
          </p:nvPr>
        </p:nvSpPr>
        <p:spPr/>
        <p:txBody>
          <a:bodyPr/>
          <a:lstStyle/>
          <a:p>
            <a:r>
              <a:rPr lang="en-US" altLang="zh-TW"/>
              <a:t>NTUT MMS LAB</a:t>
            </a:r>
            <a:endParaRPr lang="zh-TW" altLang="en-US"/>
          </a:p>
        </p:txBody>
      </p:sp>
      <p:sp>
        <p:nvSpPr>
          <p:cNvPr id="6" name="Chỗ dành sẵn cho Số hiệu Bản chiếu 5">
            <a:extLst>
              <a:ext uri="{FF2B5EF4-FFF2-40B4-BE49-F238E27FC236}">
                <a16:creationId xmlns:a16="http://schemas.microsoft.com/office/drawing/2014/main" id="{F81AC7C4-B36B-E6DF-D399-DEB7D1F772FC}"/>
              </a:ext>
            </a:extLst>
          </p:cNvPr>
          <p:cNvSpPr>
            <a:spLocks noGrp="1"/>
          </p:cNvSpPr>
          <p:nvPr>
            <p:ph type="sldNum" sz="quarter" idx="12"/>
          </p:nvPr>
        </p:nvSpPr>
        <p:spPr/>
        <p:txBody>
          <a:bodyPr/>
          <a:lstStyle/>
          <a:p>
            <a:fld id="{C9A64E0F-ED07-4395-957B-50C881CF96C2}" type="slidenum">
              <a:rPr lang="vi-VN" smtClean="0"/>
              <a:t>‹#›</a:t>
            </a:fld>
            <a:endParaRPr lang="vi-VN"/>
          </a:p>
        </p:txBody>
      </p:sp>
    </p:spTree>
    <p:extLst>
      <p:ext uri="{BB962C8B-B14F-4D97-AF65-F5344CB8AC3E}">
        <p14:creationId xmlns:p14="http://schemas.microsoft.com/office/powerpoint/2010/main" val="100750096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3ED83F3F-88C0-1D3F-0475-375AF0C310E6}"/>
              </a:ext>
            </a:extLst>
          </p:cNvPr>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a:extLst>
              <a:ext uri="{FF2B5EF4-FFF2-40B4-BE49-F238E27FC236}">
                <a16:creationId xmlns:a16="http://schemas.microsoft.com/office/drawing/2014/main" id="{03CE9980-D290-49A9-7C3F-C267B11A7049}"/>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15E8A4F7-D680-1F70-C9C6-B57B70D03AAD}"/>
              </a:ext>
            </a:extLst>
          </p:cNvPr>
          <p:cNvSpPr>
            <a:spLocks noGrp="1"/>
          </p:cNvSpPr>
          <p:nvPr>
            <p:ph type="dt" sz="half" idx="10"/>
          </p:nvPr>
        </p:nvSpPr>
        <p:spPr/>
        <p:txBody>
          <a:bodyPr/>
          <a:lstStyle/>
          <a:p>
            <a:endParaRPr lang="zh-TW" altLang="en-US" dirty="0"/>
          </a:p>
        </p:txBody>
      </p:sp>
      <p:sp>
        <p:nvSpPr>
          <p:cNvPr id="5" name="Chỗ dành sẵn cho Chân trang 4">
            <a:extLst>
              <a:ext uri="{FF2B5EF4-FFF2-40B4-BE49-F238E27FC236}">
                <a16:creationId xmlns:a16="http://schemas.microsoft.com/office/drawing/2014/main" id="{9248A8C6-88AB-F6D3-BD2C-1FAB047E206B}"/>
              </a:ext>
            </a:extLst>
          </p:cNvPr>
          <p:cNvSpPr>
            <a:spLocks noGrp="1"/>
          </p:cNvSpPr>
          <p:nvPr>
            <p:ph type="ftr" sz="quarter" idx="11"/>
          </p:nvPr>
        </p:nvSpPr>
        <p:spPr/>
        <p:txBody>
          <a:bodyPr/>
          <a:lstStyle/>
          <a:p>
            <a:r>
              <a:rPr lang="en-US" altLang="zh-TW"/>
              <a:t>NTUT MMS LAB</a:t>
            </a:r>
            <a:endParaRPr lang="zh-TW" altLang="en-US"/>
          </a:p>
        </p:txBody>
      </p:sp>
      <p:sp>
        <p:nvSpPr>
          <p:cNvPr id="6" name="Chỗ dành sẵn cho Số hiệu Bản chiếu 5">
            <a:extLst>
              <a:ext uri="{FF2B5EF4-FFF2-40B4-BE49-F238E27FC236}">
                <a16:creationId xmlns:a16="http://schemas.microsoft.com/office/drawing/2014/main" id="{7E548D4E-76EF-1A00-8A06-B00E9B633147}"/>
              </a:ext>
            </a:extLst>
          </p:cNvPr>
          <p:cNvSpPr>
            <a:spLocks noGrp="1"/>
          </p:cNvSpPr>
          <p:nvPr>
            <p:ph type="sldNum" sz="quarter" idx="12"/>
          </p:nvPr>
        </p:nvSpPr>
        <p:spPr/>
        <p:txBody>
          <a:bodyPr/>
          <a:lstStyle/>
          <a:p>
            <a:fld id="{C9A64E0F-ED07-4395-957B-50C881CF96C2}" type="slidenum">
              <a:rPr lang="vi-VN" smtClean="0"/>
              <a:t>‹#›</a:t>
            </a:fld>
            <a:endParaRPr lang="vi-VN"/>
          </a:p>
        </p:txBody>
      </p:sp>
    </p:spTree>
    <p:extLst>
      <p:ext uri="{BB962C8B-B14F-4D97-AF65-F5344CB8AC3E}">
        <p14:creationId xmlns:p14="http://schemas.microsoft.com/office/powerpoint/2010/main" val="319715921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647990F0-56A5-0F42-5078-1A635B333D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a:extLst>
              <a:ext uri="{FF2B5EF4-FFF2-40B4-BE49-F238E27FC236}">
                <a16:creationId xmlns:a16="http://schemas.microsoft.com/office/drawing/2014/main" id="{8E342557-4C97-9547-BAAC-FA7895920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0B49F6C3-8032-2BE9-5AA9-628C44F466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dirty="0"/>
          </a:p>
        </p:txBody>
      </p:sp>
      <p:sp>
        <p:nvSpPr>
          <p:cNvPr id="5" name="Chỗ dành sẵn cho Chân trang 4">
            <a:extLst>
              <a:ext uri="{FF2B5EF4-FFF2-40B4-BE49-F238E27FC236}">
                <a16:creationId xmlns:a16="http://schemas.microsoft.com/office/drawing/2014/main" id="{6FDE5210-B6EF-3BA2-AF94-7E6EAD5513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TW"/>
              <a:t>NTUT MMS LAB</a:t>
            </a:r>
            <a:endParaRPr lang="zh-TW" altLang="en-US"/>
          </a:p>
        </p:txBody>
      </p:sp>
      <p:sp>
        <p:nvSpPr>
          <p:cNvPr id="6" name="Chỗ dành sẵn cho Số hiệu Bản chiếu 5">
            <a:extLst>
              <a:ext uri="{FF2B5EF4-FFF2-40B4-BE49-F238E27FC236}">
                <a16:creationId xmlns:a16="http://schemas.microsoft.com/office/drawing/2014/main" id="{32DA7256-DC7C-F3D9-6044-3769DBB374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A64E0F-ED07-4395-957B-50C881CF96C2}" type="slidenum">
              <a:rPr lang="vi-VN" smtClean="0"/>
              <a:t>‹#›</a:t>
            </a:fld>
            <a:endParaRPr lang="vi-VN"/>
          </a:p>
        </p:txBody>
      </p:sp>
      <p:sp>
        <p:nvSpPr>
          <p:cNvPr id="7" name="Rectangle 55">
            <a:extLst>
              <a:ext uri="{FF2B5EF4-FFF2-40B4-BE49-F238E27FC236}">
                <a16:creationId xmlns:a16="http://schemas.microsoft.com/office/drawing/2014/main" id="{E414F76F-DA50-8B80-DBD3-1763E5D611C7}"/>
              </a:ext>
            </a:extLst>
          </p:cNvPr>
          <p:cNvSpPr txBox="1">
            <a:spLocks noChangeArrowheads="1"/>
          </p:cNvSpPr>
          <p:nvPr userDrawn="1"/>
        </p:nvSpPr>
        <p:spPr bwMode="auto">
          <a:xfrm>
            <a:off x="10992547" y="6359525"/>
            <a:ext cx="1082792"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TW"/>
            </a:defPPr>
            <a:lvl1pPr marL="0" algn="r" defTabSz="914400" rtl="0" eaLnBrk="1" latinLnBrk="0" hangingPunct="1">
              <a:defRPr sz="2000" kern="1200">
                <a:solidFill>
                  <a:schemeClr val="tx1"/>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1800" baseline="0" dirty="0">
                <a:solidFill>
                  <a:schemeClr val="bg1">
                    <a:lumMod val="50000"/>
                  </a:schemeClr>
                </a:solidFill>
                <a:latin typeface="Arial" panose="020B0604020202020204" pitchFamily="34" charset="0"/>
                <a:cs typeface="Arial" panose="020B0604020202020204" pitchFamily="34" charset="0"/>
              </a:rPr>
              <a:t> </a:t>
            </a:r>
            <a:r>
              <a:rPr lang="en-US" altLang="zh-TW" sz="1400" baseline="0" dirty="0">
                <a:solidFill>
                  <a:schemeClr val="bg1">
                    <a:lumMod val="50000"/>
                  </a:schemeClr>
                </a:solidFill>
                <a:latin typeface="Arial" panose="020B0604020202020204" pitchFamily="34" charset="0"/>
                <a:cs typeface="Arial" panose="020B0604020202020204" pitchFamily="34" charset="0"/>
              </a:rPr>
              <a:t>(</a:t>
            </a:r>
            <a:fld id="{864876CE-DED1-4DD4-A0E0-C53C653CB729}" type="slidenum">
              <a:rPr lang="zh-TW" altLang="en-US" sz="1400" smtClean="0">
                <a:solidFill>
                  <a:schemeClr val="bg1">
                    <a:lumMod val="50000"/>
                  </a:schemeClr>
                </a:solidFill>
                <a:latin typeface="Arial" panose="020B0604020202020204" pitchFamily="34" charset="0"/>
                <a:cs typeface="Arial" panose="020B0604020202020204" pitchFamily="34" charset="0"/>
              </a:rPr>
              <a:pPr/>
              <a:t>‹#›</a:t>
            </a:fld>
            <a:r>
              <a:rPr lang="en-US" altLang="zh-TW" sz="1400" dirty="0">
                <a:solidFill>
                  <a:schemeClr val="bg1">
                    <a:lumMod val="50000"/>
                  </a:schemeClr>
                </a:solidFill>
                <a:latin typeface="Arial" panose="020B0604020202020204" pitchFamily="34" charset="0"/>
                <a:cs typeface="Arial" panose="020B0604020202020204" pitchFamily="34" charset="0"/>
              </a:rPr>
              <a:t>/23)</a:t>
            </a:r>
            <a:r>
              <a:rPr lang="zh-TW" altLang="en-US" sz="1400" dirty="0">
                <a:solidFill>
                  <a:schemeClr val="bg1">
                    <a:lumMod val="50000"/>
                  </a:schemeClr>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87948262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75521" y="1537632"/>
            <a:ext cx="8640960" cy="461665"/>
          </a:xfrm>
          <a:prstGeom prst="rect">
            <a:avLst/>
          </a:prstGeom>
        </p:spPr>
        <p:txBody>
          <a:bodyPr wrap="square">
            <a:spAutoFit/>
          </a:bodyPr>
          <a:lstStyle/>
          <a:p>
            <a:pPr>
              <a:defRPr/>
            </a:pPr>
            <a:endParaRPr lang="en-US" altLang="zh-TW" sz="2400" i="1" kern="0" dirty="0">
              <a:solidFill>
                <a:srgbClr val="000000"/>
              </a:solidFill>
              <a:latin typeface="Arial" panose="020B0604020202020204" pitchFamily="34" charset="0"/>
              <a:ea typeface="標楷體" pitchFamily="65" charset="-120"/>
              <a:cs typeface="Arial" panose="020B0604020202020204" pitchFamily="34" charset="0"/>
            </a:endParaRPr>
          </a:p>
        </p:txBody>
      </p:sp>
      <p:sp>
        <p:nvSpPr>
          <p:cNvPr id="2" name="Title 1">
            <a:extLst>
              <a:ext uri="{FF2B5EF4-FFF2-40B4-BE49-F238E27FC236}">
                <a16:creationId xmlns:a16="http://schemas.microsoft.com/office/drawing/2014/main" id="{B34D6F1D-70AF-D143-8E2F-8A6726F0C165}"/>
              </a:ext>
            </a:extLst>
          </p:cNvPr>
          <p:cNvSpPr>
            <a:spLocks noGrp="1"/>
          </p:cNvSpPr>
          <p:nvPr>
            <p:ph type="ctrTitle"/>
          </p:nvPr>
        </p:nvSpPr>
        <p:spPr>
          <a:xfrm>
            <a:off x="1847528" y="1268760"/>
            <a:ext cx="8737389" cy="1223962"/>
          </a:xfrm>
        </p:spPr>
        <p:txBody>
          <a:bodyPr/>
          <a:lstStyle/>
          <a:p>
            <a:pPr algn="ctr"/>
            <a:r>
              <a:rPr lang="en-VN" sz="3600" dirty="0">
                <a:latin typeface="Arial" panose="020B0604020202020204" pitchFamily="34" charset="0"/>
                <a:cs typeface="Arial" panose="020B0604020202020204" pitchFamily="34" charset="0"/>
              </a:rPr>
              <a:t>Dự đoán </a:t>
            </a:r>
            <a:r>
              <a:rPr lang="vi-VN" sz="3600" dirty="0">
                <a:latin typeface="Arial" panose="020B0604020202020204" pitchFamily="34" charset="0"/>
                <a:cs typeface="Arial" panose="020B0604020202020204" pitchFamily="34" charset="0"/>
              </a:rPr>
              <a:t>nhân viên nghỉ việc </a:t>
            </a:r>
            <a:r>
              <a:rPr lang="en-VN" sz="3600" dirty="0">
                <a:latin typeface="Arial" panose="020B0604020202020204" pitchFamily="34" charset="0"/>
                <a:cs typeface="Arial" panose="020B0604020202020204" pitchFamily="34" charset="0"/>
              </a:rPr>
              <a:t>(LR, RF)</a:t>
            </a:r>
          </a:p>
        </p:txBody>
      </p:sp>
      <p:sp>
        <p:nvSpPr>
          <p:cNvPr id="4" name="TextBox 3">
            <a:extLst>
              <a:ext uri="{FF2B5EF4-FFF2-40B4-BE49-F238E27FC236}">
                <a16:creationId xmlns:a16="http://schemas.microsoft.com/office/drawing/2014/main" id="{F5436EDF-989B-AD48-B856-CCFD1DC19707}"/>
              </a:ext>
            </a:extLst>
          </p:cNvPr>
          <p:cNvSpPr txBox="1"/>
          <p:nvPr/>
        </p:nvSpPr>
        <p:spPr>
          <a:xfrm>
            <a:off x="3168756" y="3212976"/>
            <a:ext cx="5854488" cy="958596"/>
          </a:xfrm>
          <a:prstGeom prst="rect">
            <a:avLst/>
          </a:prstGeom>
          <a:noFill/>
        </p:spPr>
        <p:txBody>
          <a:bodyPr wrap="none" rtlCol="0">
            <a:spAutoFit/>
          </a:bodyPr>
          <a:lstStyle/>
          <a:p>
            <a:pPr algn="ctr">
              <a:lnSpc>
                <a:spcPct val="150000"/>
              </a:lnSpc>
            </a:pPr>
            <a:r>
              <a:rPr lang="en-VN" sz="2000" dirty="0">
                <a:latin typeface="Arial" panose="020B0604020202020204" pitchFamily="34" charset="0"/>
                <a:cs typeface="Arial" panose="020B0604020202020204" pitchFamily="34" charset="0"/>
              </a:rPr>
              <a:t>Người trình bày: Nguyễn </a:t>
            </a:r>
            <a:r>
              <a:rPr lang="vi-VN" sz="2000" dirty="0">
                <a:latin typeface="Arial" panose="020B0604020202020204" pitchFamily="34" charset="0"/>
                <a:cs typeface="Arial" panose="020B0604020202020204" pitchFamily="34" charset="0"/>
              </a:rPr>
              <a:t>Hữu Quang</a:t>
            </a:r>
            <a:endParaRPr lang="en-VN" sz="2000" dirty="0">
              <a:latin typeface="Arial" panose="020B0604020202020204" pitchFamily="34" charset="0"/>
              <a:cs typeface="Arial" panose="020B0604020202020204" pitchFamily="34" charset="0"/>
            </a:endParaRPr>
          </a:p>
          <a:p>
            <a:pPr algn="ctr">
              <a:lnSpc>
                <a:spcPct val="150000"/>
              </a:lnSpc>
            </a:pPr>
            <a:r>
              <a:rPr lang="en-VN" sz="2000" dirty="0">
                <a:latin typeface="Arial" panose="020B0604020202020204" pitchFamily="34" charset="0"/>
                <a:cs typeface="Arial" panose="020B0604020202020204" pitchFamily="34" charset="0"/>
              </a:rPr>
              <a:t>Giảng viên hướng dẫn: PGS.TS Nguyễn Văn Hậu</a:t>
            </a:r>
          </a:p>
        </p:txBody>
      </p:sp>
    </p:spTree>
    <p:extLst>
      <p:ext uri="{BB962C8B-B14F-4D97-AF65-F5344CB8AC3E}">
        <p14:creationId xmlns:p14="http://schemas.microsoft.com/office/powerpoint/2010/main" val="3102250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2" name="Text Box 12"/>
          <p:cNvSpPr txBox="1">
            <a:spLocks noChangeArrowheads="1"/>
          </p:cNvSpPr>
          <p:nvPr/>
        </p:nvSpPr>
        <p:spPr bwMode="auto">
          <a:xfrm>
            <a:off x="4191000" y="1391143"/>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2800" b="1" dirty="0">
                <a:latin typeface="Arial" panose="020B0604020202020204" pitchFamily="34" charset="0"/>
                <a:cs typeface="Arial" panose="020B0604020202020204" pitchFamily="34" charset="0"/>
              </a:rPr>
              <a:t>1.Tổng </a:t>
            </a:r>
            <a:r>
              <a:rPr lang="en-US" sz="2800" b="1" dirty="0" err="1">
                <a:latin typeface="Arial" panose="020B0604020202020204" pitchFamily="34" charset="0"/>
                <a:cs typeface="Arial" panose="020B0604020202020204" pitchFamily="34" charset="0"/>
              </a:rPr>
              <a:t>quan</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bài</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toán</a:t>
            </a:r>
            <a:endParaRPr lang="en-US" sz="3200" b="1" dirty="0">
              <a:latin typeface="Arial" panose="020B0604020202020204" pitchFamily="34" charset="0"/>
              <a:cs typeface="Arial" panose="020B0604020202020204" pitchFamily="34" charset="0"/>
            </a:endParaRPr>
          </a:p>
        </p:txBody>
      </p:sp>
      <p:sp>
        <p:nvSpPr>
          <p:cNvPr id="40973" name="Text Box 13"/>
          <p:cNvSpPr txBox="1">
            <a:spLocks noChangeArrowheads="1"/>
          </p:cNvSpPr>
          <p:nvPr/>
        </p:nvSpPr>
        <p:spPr bwMode="gray">
          <a:xfrm>
            <a:off x="3598963" y="1412777"/>
            <a:ext cx="2696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a:t>
            </a:r>
          </a:p>
        </p:txBody>
      </p:sp>
      <p:sp>
        <p:nvSpPr>
          <p:cNvPr id="40975" name="Text Box 15"/>
          <p:cNvSpPr txBox="1">
            <a:spLocks noChangeArrowheads="1"/>
          </p:cNvSpPr>
          <p:nvPr/>
        </p:nvSpPr>
        <p:spPr bwMode="auto">
          <a:xfrm>
            <a:off x="4191000" y="3413530"/>
            <a:ext cx="45692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vi-VN" sz="2800" b="1" dirty="0">
                <a:latin typeface="Arial" panose="020B0604020202020204" pitchFamily="34" charset="0"/>
                <a:cs typeface="Arial" panose="020B0604020202020204" pitchFamily="34" charset="0"/>
              </a:rPr>
              <a:t>3.Triển khai </a:t>
            </a:r>
            <a:r>
              <a:rPr lang="en-US" sz="2800" b="1" dirty="0" err="1">
                <a:latin typeface="Arial" panose="020B0604020202020204" pitchFamily="34" charset="0"/>
                <a:cs typeface="Arial" panose="020B0604020202020204" pitchFamily="34" charset="0"/>
              </a:rPr>
              <a:t>mô</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hình</a:t>
            </a:r>
            <a:endParaRPr lang="en-US" sz="2800" b="1" dirty="0">
              <a:latin typeface="Arial" panose="020B0604020202020204" pitchFamily="34" charset="0"/>
              <a:cs typeface="Arial" panose="020B0604020202020204" pitchFamily="34" charset="0"/>
            </a:endParaRPr>
          </a:p>
        </p:txBody>
      </p:sp>
      <p:sp>
        <p:nvSpPr>
          <p:cNvPr id="40976" name="Text Box 16"/>
          <p:cNvSpPr txBox="1">
            <a:spLocks noChangeArrowheads="1"/>
          </p:cNvSpPr>
          <p:nvPr/>
        </p:nvSpPr>
        <p:spPr bwMode="gray">
          <a:xfrm>
            <a:off x="3506884" y="3582344"/>
            <a:ext cx="4395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III</a:t>
            </a:r>
          </a:p>
        </p:txBody>
      </p:sp>
      <p:sp>
        <p:nvSpPr>
          <p:cNvPr id="40986" name="Text Box 26"/>
          <p:cNvSpPr txBox="1">
            <a:spLocks noChangeArrowheads="1"/>
          </p:cNvSpPr>
          <p:nvPr/>
        </p:nvSpPr>
        <p:spPr bwMode="auto">
          <a:xfrm>
            <a:off x="4191000" y="2373966"/>
            <a:ext cx="45692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a:latin typeface="Arial" panose="020B0604020202020204" pitchFamily="34" charset="0"/>
                <a:cs typeface="Arial" panose="020B0604020202020204" pitchFamily="34" charset="0"/>
              </a:rPr>
              <a:t>2.Mô </a:t>
            </a:r>
            <a:r>
              <a:rPr lang="en-US" sz="2800" b="1" dirty="0" err="1">
                <a:latin typeface="Arial" panose="020B0604020202020204" pitchFamily="34" charset="0"/>
                <a:cs typeface="Arial" panose="020B0604020202020204" pitchFamily="34" charset="0"/>
              </a:rPr>
              <a:t>hình</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học</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máy</a:t>
            </a:r>
            <a:endParaRPr lang="en-US" b="1" dirty="0">
              <a:latin typeface="Arial" panose="020B0604020202020204" pitchFamily="34" charset="0"/>
              <a:cs typeface="Arial" panose="020B0604020202020204" pitchFamily="34" charset="0"/>
            </a:endParaRPr>
          </a:p>
        </p:txBody>
      </p:sp>
      <p:sp>
        <p:nvSpPr>
          <p:cNvPr id="40987" name="Text Box 27"/>
          <p:cNvSpPr txBox="1">
            <a:spLocks noChangeArrowheads="1"/>
          </p:cNvSpPr>
          <p:nvPr/>
        </p:nvSpPr>
        <p:spPr bwMode="gray">
          <a:xfrm>
            <a:off x="3573429" y="2469017"/>
            <a:ext cx="3545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II</a:t>
            </a:r>
          </a:p>
        </p:txBody>
      </p:sp>
      <p:sp>
        <p:nvSpPr>
          <p:cNvPr id="40989" name="Text Box 29"/>
          <p:cNvSpPr txBox="1">
            <a:spLocks noChangeArrowheads="1"/>
          </p:cNvSpPr>
          <p:nvPr/>
        </p:nvSpPr>
        <p:spPr bwMode="auto">
          <a:xfrm>
            <a:off x="4191000" y="4457996"/>
            <a:ext cx="45692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b="1" dirty="0">
                <a:latin typeface="Arial" panose="020B0604020202020204" pitchFamily="34" charset="0"/>
                <a:ea typeface="Tahoma" pitchFamily="34" charset="0"/>
                <a:cs typeface="Arial" panose="020B0604020202020204" pitchFamily="34" charset="0"/>
              </a:rPr>
              <a:t>4.Demo </a:t>
            </a:r>
            <a:r>
              <a:rPr lang="en-US" sz="2800" b="1" dirty="0" err="1">
                <a:latin typeface="Arial" panose="020B0604020202020204" pitchFamily="34" charset="0"/>
                <a:ea typeface="Tahoma" pitchFamily="34" charset="0"/>
                <a:cs typeface="Arial" panose="020B0604020202020204" pitchFamily="34" charset="0"/>
              </a:rPr>
              <a:t>chương</a:t>
            </a:r>
            <a:r>
              <a:rPr lang="en-US" sz="2800" b="1" dirty="0">
                <a:latin typeface="Arial" panose="020B0604020202020204" pitchFamily="34" charset="0"/>
                <a:ea typeface="Tahoma" pitchFamily="34" charset="0"/>
                <a:cs typeface="Arial" panose="020B0604020202020204" pitchFamily="34" charset="0"/>
              </a:rPr>
              <a:t> </a:t>
            </a:r>
            <a:r>
              <a:rPr lang="en-US" sz="2800" b="1" dirty="0" err="1">
                <a:latin typeface="Arial" panose="020B0604020202020204" pitchFamily="34" charset="0"/>
                <a:ea typeface="Tahoma" pitchFamily="34" charset="0"/>
                <a:cs typeface="Arial" panose="020B0604020202020204" pitchFamily="34" charset="0"/>
              </a:rPr>
              <a:t>trình</a:t>
            </a:r>
            <a:endParaRPr lang="en-US" sz="2800" b="1" dirty="0">
              <a:latin typeface="Arial" panose="020B0604020202020204" pitchFamily="34" charset="0"/>
              <a:ea typeface="Tahoma" pitchFamily="34" charset="0"/>
              <a:cs typeface="Arial" panose="020B0604020202020204" pitchFamily="34" charset="0"/>
            </a:endParaRPr>
          </a:p>
        </p:txBody>
      </p:sp>
      <p:sp>
        <p:nvSpPr>
          <p:cNvPr id="40990" name="Text Box 30"/>
          <p:cNvSpPr txBox="1">
            <a:spLocks noChangeArrowheads="1"/>
          </p:cNvSpPr>
          <p:nvPr/>
        </p:nvSpPr>
        <p:spPr bwMode="gray">
          <a:xfrm>
            <a:off x="3501285" y="4605843"/>
            <a:ext cx="4748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IV</a:t>
            </a:r>
          </a:p>
        </p:txBody>
      </p:sp>
      <p:sp>
        <p:nvSpPr>
          <p:cNvPr id="33" name="標題 1"/>
          <p:cNvSpPr>
            <a:spLocks noGrp="1"/>
          </p:cNvSpPr>
          <p:nvPr>
            <p:ph type="title"/>
          </p:nvPr>
        </p:nvSpPr>
        <p:spPr>
          <a:xfrm>
            <a:off x="1524001" y="4"/>
            <a:ext cx="9144000" cy="720725"/>
          </a:xfrm>
        </p:spPr>
        <p:txBody>
          <a:bodyPr/>
          <a:lstStyle/>
          <a:p>
            <a:pPr algn="ctr"/>
            <a:r>
              <a:rPr lang="en-US" altLang="zh-TW" sz="3200" dirty="0">
                <a:latin typeface="Arial" panose="020B0604020202020204" pitchFamily="34" charset="0"/>
                <a:cs typeface="Arial" panose="020B0604020202020204" pitchFamily="34" charset="0"/>
              </a:rPr>
              <a:t>Contents</a:t>
            </a:r>
            <a:endParaRPr lang="zh-TW" altLang="en-US" sz="3200" dirty="0">
              <a:latin typeface="Arial" panose="020B0604020202020204" pitchFamily="34" charset="0"/>
              <a:cs typeface="Arial" panose="020B0604020202020204" pitchFamily="34" charset="0"/>
            </a:endParaRPr>
          </a:p>
        </p:txBody>
      </p:sp>
      <p:sp>
        <p:nvSpPr>
          <p:cNvPr id="37" name="Text Box 27"/>
          <p:cNvSpPr txBox="1">
            <a:spLocks noChangeArrowheads="1"/>
          </p:cNvSpPr>
          <p:nvPr/>
        </p:nvSpPr>
        <p:spPr bwMode="gray">
          <a:xfrm>
            <a:off x="3518186" y="3525073"/>
            <a:ext cx="4395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III</a:t>
            </a:r>
          </a:p>
        </p:txBody>
      </p:sp>
    </p:spTree>
    <p:extLst>
      <p:ext uri="{BB962C8B-B14F-4D97-AF65-F5344CB8AC3E}">
        <p14:creationId xmlns:p14="http://schemas.microsoft.com/office/powerpoint/2010/main" val="4014684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24001" y="4"/>
            <a:ext cx="9144000" cy="720725"/>
          </a:xfrm>
        </p:spPr>
        <p:txBody>
          <a:bodyPr/>
          <a:lstStyle/>
          <a:p>
            <a:pPr algn="ctr"/>
            <a:r>
              <a:rPr lang="en-US" altLang="zh-TW" sz="3200" dirty="0">
                <a:latin typeface="Arial" panose="020B0604020202020204" pitchFamily="34" charset="0"/>
                <a:cs typeface="Arial" panose="020B0604020202020204" pitchFamily="34" charset="0"/>
              </a:rPr>
              <a:t>1. </a:t>
            </a:r>
            <a:r>
              <a:rPr lang="en-US" altLang="zh-TW" sz="3200" dirty="0" err="1">
                <a:latin typeface="Arial" panose="020B0604020202020204" pitchFamily="34" charset="0"/>
                <a:cs typeface="Arial" panose="020B0604020202020204" pitchFamily="34" charset="0"/>
              </a:rPr>
              <a:t>Tổng</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quan</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bài</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toán</a:t>
            </a:r>
            <a:endParaRPr lang="zh-TW" altLang="en-US" sz="3200" dirty="0">
              <a:latin typeface="Arial" panose="020B0604020202020204" pitchFamily="34" charset="0"/>
              <a:cs typeface="Arial" panose="020B0604020202020204" pitchFamily="34" charset="0"/>
            </a:endParaRPr>
          </a:p>
        </p:txBody>
      </p:sp>
      <p:sp>
        <p:nvSpPr>
          <p:cNvPr id="5" name="內容版面配置區 2">
            <a:extLst>
              <a:ext uri="{FF2B5EF4-FFF2-40B4-BE49-F238E27FC236}">
                <a16:creationId xmlns:a16="http://schemas.microsoft.com/office/drawing/2014/main" id="{0005FF35-F593-4695-A342-3E481CECD8E1}"/>
              </a:ext>
            </a:extLst>
          </p:cNvPr>
          <p:cNvSpPr>
            <a:spLocks noGrp="1"/>
          </p:cNvSpPr>
          <p:nvPr>
            <p:ph idx="1"/>
          </p:nvPr>
        </p:nvSpPr>
        <p:spPr>
          <a:xfrm>
            <a:off x="635305" y="1182583"/>
            <a:ext cx="6212800" cy="1491725"/>
          </a:xfrm>
        </p:spPr>
        <p:txBody>
          <a:bodyPr vert="horz" anchor="t"/>
          <a:lstStyle/>
          <a:p>
            <a:pPr algn="just" fontAlgn="ctr">
              <a:lnSpc>
                <a:spcPct val="150000"/>
              </a:lnSpc>
              <a:spcBef>
                <a:spcPts val="1200"/>
              </a:spcBef>
            </a:pPr>
            <a:r>
              <a:rPr lang="vi-VN" sz="2000" dirty="0">
                <a:latin typeface="Arial" panose="020B0604020202020204" pitchFamily="34" charset="0"/>
                <a:cs typeface="Arial" panose="020B0604020202020204" pitchFamily="34" charset="0"/>
              </a:rPr>
              <a:t>Trong bối cảnh cạnh tranh nguồn nhân lực ngày càng gay gắt, việc </a:t>
            </a:r>
            <a:r>
              <a:rPr lang="vi-VN" sz="2000" b="1" dirty="0">
                <a:latin typeface="Arial" panose="020B0604020202020204" pitchFamily="34" charset="0"/>
                <a:cs typeface="Arial" panose="020B0604020202020204" pitchFamily="34" charset="0"/>
              </a:rPr>
              <a:t>nhân viên nghỉ việc </a:t>
            </a:r>
            <a:r>
              <a:rPr lang="vi-VN" sz="2000" dirty="0">
                <a:latin typeface="Arial" panose="020B0604020202020204" pitchFamily="34" charset="0"/>
                <a:cs typeface="Arial" panose="020B0604020202020204" pitchFamily="34" charset="0"/>
              </a:rPr>
              <a:t>là một vấn đề lớn đối với doanh nghiệp.</a:t>
            </a:r>
          </a:p>
        </p:txBody>
      </p:sp>
      <p:sp>
        <p:nvSpPr>
          <p:cNvPr id="22" name="Rectangle 19"/>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7" name="內容版面配置區 2">
            <a:extLst>
              <a:ext uri="{FF2B5EF4-FFF2-40B4-BE49-F238E27FC236}">
                <a16:creationId xmlns:a16="http://schemas.microsoft.com/office/drawing/2014/main" id="{185666C9-15D1-C24C-81CD-C796222011EC}"/>
              </a:ext>
            </a:extLst>
          </p:cNvPr>
          <p:cNvSpPr txBox="1">
            <a:spLocks/>
          </p:cNvSpPr>
          <p:nvPr/>
        </p:nvSpPr>
        <p:spPr bwMode="auto">
          <a:xfrm>
            <a:off x="635305" y="2684102"/>
            <a:ext cx="6408712" cy="1976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98" indent="-342898" algn="l" rtl="0" eaLnBrk="1" fontAlgn="base" hangingPunct="1">
              <a:spcBef>
                <a:spcPct val="20000"/>
              </a:spcBef>
              <a:spcAft>
                <a:spcPct val="0"/>
              </a:spcAft>
              <a:buSzPct val="70000"/>
              <a:buFont typeface="Wingdings" pitchFamily="2" charset="2"/>
              <a:buChar char="n"/>
              <a:defRPr kumimoji="1" sz="2800">
                <a:solidFill>
                  <a:schemeClr val="tx1"/>
                </a:solidFill>
                <a:latin typeface="Times New Roman" pitchFamily="18" charset="0"/>
                <a:ea typeface="微軟正黑體" pitchFamily="34" charset="-120"/>
                <a:cs typeface="Times New Roman" pitchFamily="18" charset="0"/>
              </a:defRPr>
            </a:lvl1pPr>
            <a:lvl2pPr marL="742946" indent="-285749" algn="l" rtl="0" eaLnBrk="1" fontAlgn="base" hangingPunct="1">
              <a:spcBef>
                <a:spcPct val="20000"/>
              </a:spcBef>
              <a:spcAft>
                <a:spcPct val="0"/>
              </a:spcAft>
              <a:buChar char="–"/>
              <a:defRPr kumimoji="1" sz="2400">
                <a:solidFill>
                  <a:schemeClr val="tx1"/>
                </a:solidFill>
                <a:latin typeface="Times New Roman" pitchFamily="18" charset="0"/>
                <a:ea typeface="微軟正黑體" pitchFamily="34" charset="-120"/>
                <a:cs typeface="Times New Roman" pitchFamily="18" charset="0"/>
              </a:defRPr>
            </a:lvl2pPr>
            <a:lvl3pPr marL="1142993" indent="-228599" algn="l" rtl="0" eaLnBrk="1" fontAlgn="base" hangingPunct="1">
              <a:spcBef>
                <a:spcPct val="20000"/>
              </a:spcBef>
              <a:spcAft>
                <a:spcPct val="0"/>
              </a:spcAft>
              <a:buSzPct val="80000"/>
              <a:buFont typeface="Wingdings" pitchFamily="2" charset="2"/>
              <a:buChar char="p"/>
              <a:defRPr kumimoji="1" sz="2000">
                <a:solidFill>
                  <a:schemeClr val="tx1"/>
                </a:solidFill>
                <a:latin typeface="Times New Roman" pitchFamily="18" charset="0"/>
                <a:ea typeface="微軟正黑體" pitchFamily="34" charset="-120"/>
                <a:cs typeface="Times New Roman" pitchFamily="18" charset="0"/>
              </a:defRPr>
            </a:lvl3pPr>
            <a:lvl4pPr marL="1600191" indent="-228599" algn="l" rtl="0" eaLnBrk="1" fontAlgn="base" hangingPunct="1">
              <a:spcBef>
                <a:spcPct val="20000"/>
              </a:spcBef>
              <a:spcAft>
                <a:spcPct val="0"/>
              </a:spcAft>
              <a:buChar char="–"/>
              <a:defRPr kumimoji="1" sz="2000">
                <a:solidFill>
                  <a:schemeClr val="tx1"/>
                </a:solidFill>
                <a:latin typeface="Times New Roman" pitchFamily="18" charset="0"/>
                <a:ea typeface="微軟正黑體" pitchFamily="34" charset="-120"/>
                <a:cs typeface="Times New Roman" pitchFamily="18" charset="0"/>
              </a:defRPr>
            </a:lvl4pPr>
            <a:lvl5pPr marL="2057388" indent="-228599" algn="l" rtl="0" eaLnBrk="1" fontAlgn="base" hangingPunct="1">
              <a:spcBef>
                <a:spcPct val="20000"/>
              </a:spcBef>
              <a:spcAft>
                <a:spcPct val="0"/>
              </a:spcAft>
              <a:buChar char="»"/>
              <a:defRPr kumimoji="1" sz="2000">
                <a:solidFill>
                  <a:schemeClr val="tx1"/>
                </a:solidFill>
                <a:latin typeface="Times New Roman" pitchFamily="18" charset="0"/>
                <a:ea typeface="微軟正黑體" pitchFamily="34" charset="-120"/>
                <a:cs typeface="Times New Roman" pitchFamily="18" charset="0"/>
              </a:defRPr>
            </a:lvl5pPr>
            <a:lvl6pPr marL="2514585" indent="-228599" algn="l" rtl="0" eaLnBrk="1" fontAlgn="base" hangingPunct="1">
              <a:spcBef>
                <a:spcPct val="20000"/>
              </a:spcBef>
              <a:spcAft>
                <a:spcPct val="0"/>
              </a:spcAft>
              <a:buChar char="»"/>
              <a:defRPr kumimoji="1">
                <a:solidFill>
                  <a:schemeClr val="tx1"/>
                </a:solidFill>
                <a:latin typeface="+mn-lt"/>
                <a:ea typeface="+mn-ea"/>
              </a:defRPr>
            </a:lvl6pPr>
            <a:lvl7pPr marL="2971783" indent="-228599" algn="l" rtl="0" eaLnBrk="1" fontAlgn="base" hangingPunct="1">
              <a:spcBef>
                <a:spcPct val="20000"/>
              </a:spcBef>
              <a:spcAft>
                <a:spcPct val="0"/>
              </a:spcAft>
              <a:buChar char="»"/>
              <a:defRPr kumimoji="1">
                <a:solidFill>
                  <a:schemeClr val="tx1"/>
                </a:solidFill>
                <a:latin typeface="+mn-lt"/>
                <a:ea typeface="+mn-ea"/>
              </a:defRPr>
            </a:lvl7pPr>
            <a:lvl8pPr marL="3428980" indent="-228599" algn="l" rtl="0" eaLnBrk="1" fontAlgn="base" hangingPunct="1">
              <a:spcBef>
                <a:spcPct val="20000"/>
              </a:spcBef>
              <a:spcAft>
                <a:spcPct val="0"/>
              </a:spcAft>
              <a:buChar char="»"/>
              <a:defRPr kumimoji="1">
                <a:solidFill>
                  <a:schemeClr val="tx1"/>
                </a:solidFill>
                <a:latin typeface="+mn-lt"/>
                <a:ea typeface="+mn-ea"/>
              </a:defRPr>
            </a:lvl8pPr>
            <a:lvl9pPr marL="3886177" indent="-228599" algn="l" rtl="0" eaLnBrk="1" fontAlgn="base" hangingPunct="1">
              <a:spcBef>
                <a:spcPct val="20000"/>
              </a:spcBef>
              <a:spcAft>
                <a:spcPct val="0"/>
              </a:spcAft>
              <a:buChar char="»"/>
              <a:defRPr kumimoji="1">
                <a:solidFill>
                  <a:schemeClr val="tx1"/>
                </a:solidFill>
                <a:latin typeface="+mn-lt"/>
                <a:ea typeface="+mn-ea"/>
              </a:defRPr>
            </a:lvl9pPr>
          </a:lstStyle>
          <a:p>
            <a:pPr>
              <a:lnSpc>
                <a:spcPct val="150000"/>
              </a:lnSpc>
              <a:buFont typeface="Arial" panose="020B0604020202020204" pitchFamily="34" charset="0"/>
              <a:buChar char="•"/>
            </a:pPr>
            <a:r>
              <a:rPr lang="en-US" sz="2000" dirty="0" err="1">
                <a:latin typeface="Arial" panose="020B0604020202020204" pitchFamily="34" charset="0"/>
                <a:cs typeface="Arial" panose="020B0604020202020204" pitchFamily="34" charset="0"/>
              </a:rPr>
              <a:t>Bài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vi-VN" sz="2000" dirty="0" err="1">
                <a:latin typeface="Arial" panose="020B0604020202020204" pitchFamily="34" charset="0"/>
                <a:cs typeface="Arial" panose="020B0604020202020204" pitchFamily="34" charset="0"/>
              </a:rPr>
              <a:t>Employee</a:t>
            </a:r>
            <a:r>
              <a:rPr lang="vi-VN" sz="2000" dirty="0">
                <a:latin typeface="Arial" panose="020B0604020202020204" pitchFamily="34" charset="0"/>
                <a:cs typeface="Arial" panose="020B0604020202020204" pitchFamily="34" charset="0"/>
              </a:rPr>
              <a:t> </a:t>
            </a:r>
            <a:r>
              <a:rPr lang="vi-VN" sz="2000" dirty="0" err="1">
                <a:latin typeface="Arial" panose="020B0604020202020204" pitchFamily="34" charset="0"/>
                <a:cs typeface="Arial" panose="020B0604020202020204" pitchFamily="34" charset="0"/>
              </a:rPr>
              <a:t>Attrition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Binary Classification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nhằm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mục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đích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xem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nhân viên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năng</a:t>
            </a:r>
            <a:r>
              <a:rPr lang="en-US" sz="2000"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rời</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bỏ</a:t>
            </a:r>
            <a:r>
              <a:rPr lang="en-US" sz="2000" b="1"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công ty</a:t>
            </a:r>
            <a:r>
              <a:rPr lang="en-US" sz="2000" dirty="0">
                <a:latin typeface="Arial" panose="020B0604020202020204" pitchFamily="34" charset="0"/>
                <a:cs typeface="Arial" panose="020B0604020202020204" pitchFamily="34" charset="0"/>
              </a:rPr>
              <a:t> hay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a:t>
            </a:r>
          </a:p>
          <a:p>
            <a:pPr>
              <a:lnSpc>
                <a:spcPct val="150000"/>
              </a:lnSpc>
            </a:pPr>
            <a:endParaRPr lang="en-VN" sz="2000" dirty="0"/>
          </a:p>
        </p:txBody>
      </p:sp>
      <p:pic>
        <p:nvPicPr>
          <p:cNvPr id="4" name="Hình ảnh 3" descr="Ảnh có chứa giày dép, phim hoạt hình, văn bản, trang phục&#10;&#10;Nội dung do AI tạo ra có thể không chính xác.">
            <a:extLst>
              <a:ext uri="{FF2B5EF4-FFF2-40B4-BE49-F238E27FC236}">
                <a16:creationId xmlns:a16="http://schemas.microsoft.com/office/drawing/2014/main" id="{5B5B7E48-0829-2996-D31C-7F5BAF15AF9C}"/>
              </a:ext>
            </a:extLst>
          </p:cNvPr>
          <p:cNvPicPr>
            <a:picLocks noChangeAspect="1"/>
          </p:cNvPicPr>
          <p:nvPr/>
        </p:nvPicPr>
        <p:blipFill>
          <a:blip r:embed="rId3"/>
          <a:stretch>
            <a:fillRect/>
          </a:stretch>
        </p:blipFill>
        <p:spPr>
          <a:xfrm>
            <a:off x="6963671" y="1857359"/>
            <a:ext cx="4968552" cy="3705669"/>
          </a:xfrm>
          <a:prstGeom prst="rect">
            <a:avLst/>
          </a:prstGeom>
        </p:spPr>
      </p:pic>
      <p:sp>
        <p:nvSpPr>
          <p:cNvPr id="8" name="Hộp Văn bản 7">
            <a:extLst>
              <a:ext uri="{FF2B5EF4-FFF2-40B4-BE49-F238E27FC236}">
                <a16:creationId xmlns:a16="http://schemas.microsoft.com/office/drawing/2014/main" id="{693D8E50-E54D-09D4-BF7D-EA57D816DFCE}"/>
              </a:ext>
            </a:extLst>
          </p:cNvPr>
          <p:cNvSpPr txBox="1"/>
          <p:nvPr/>
        </p:nvSpPr>
        <p:spPr>
          <a:xfrm>
            <a:off x="939582" y="4293096"/>
            <a:ext cx="5707011" cy="1938992"/>
          </a:xfrm>
          <a:prstGeom prst="rect">
            <a:avLst/>
          </a:prstGeom>
          <a:noFill/>
        </p:spPr>
        <p:txBody>
          <a:bodyPr wrap="square">
            <a:spAutoFit/>
          </a:bodyPr>
          <a:lstStyle/>
          <a:p>
            <a:pPr algn="just" fontAlgn="ctr">
              <a:lnSpc>
                <a:spcPct val="150000"/>
              </a:lnSpc>
              <a:spcBef>
                <a:spcPts val="1200"/>
              </a:spcBef>
            </a:pPr>
            <a:r>
              <a:rPr lang="vi-VN" sz="2000" b="1" dirty="0">
                <a:latin typeface="Arial" panose="020B0604020202020204" pitchFamily="34" charset="0"/>
                <a:cs typeface="Arial" panose="020B0604020202020204" pitchFamily="34" charset="0"/>
              </a:rPr>
              <a:t>Dự đoán sớm khả năng nghỉ việc của nhân viên</a:t>
            </a:r>
            <a:r>
              <a:rPr lang="vi-VN" sz="2000" dirty="0">
                <a:latin typeface="Arial" panose="020B0604020202020204" pitchFamily="34" charset="0"/>
                <a:cs typeface="Arial" panose="020B0604020202020204" pitchFamily="34" charset="0"/>
              </a:rPr>
              <a:t> giúp doanh nghiệp chủ động xây dựng chính sách giữ chân nhân tài và tối ưu hóa quản trị nguồn nhân lực</a:t>
            </a:r>
            <a:r>
              <a:rPr lang="vi-VN" dirty="0">
                <a:latin typeface="Arial" panose="020B0604020202020204" pitchFamily="34" charset="0"/>
                <a:cs typeface="Arial" panose="020B0604020202020204" pitchFamily="34" charset="0"/>
              </a:rPr>
              <a:t>.</a:t>
            </a:r>
            <a:endParaRPr lang="vi-VN" sz="1800" dirty="0">
              <a:latin typeface="Arial" panose="020B0604020202020204" pitchFamily="34" charset="0"/>
              <a:cs typeface="Arial" panose="020B0604020202020204" pitchFamily="34" charset="0"/>
            </a:endParaRPr>
          </a:p>
        </p:txBody>
      </p:sp>
      <p:sp>
        <p:nvSpPr>
          <p:cNvPr id="9" name="Mũi tên: Phải 8">
            <a:extLst>
              <a:ext uri="{FF2B5EF4-FFF2-40B4-BE49-F238E27FC236}">
                <a16:creationId xmlns:a16="http://schemas.microsoft.com/office/drawing/2014/main" id="{DA655221-C6EB-FACD-AE68-81BFA6F495B4}"/>
              </a:ext>
            </a:extLst>
          </p:cNvPr>
          <p:cNvSpPr/>
          <p:nvPr/>
        </p:nvSpPr>
        <p:spPr bwMode="auto">
          <a:xfrm>
            <a:off x="442825" y="4473756"/>
            <a:ext cx="496757" cy="327849"/>
          </a:xfrm>
          <a:prstGeom prst="rightArrow">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vi-VN" b="1" dirty="0">
              <a:latin typeface="Arial" charset="0"/>
              <a:ea typeface="新細明體" charset="-120"/>
            </a:endParaRPr>
          </a:p>
        </p:txBody>
      </p:sp>
    </p:spTree>
    <p:extLst>
      <p:ext uri="{BB962C8B-B14F-4D97-AF65-F5344CB8AC3E}">
        <p14:creationId xmlns:p14="http://schemas.microsoft.com/office/powerpoint/2010/main" val="3454821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24001" y="4"/>
            <a:ext cx="9144000" cy="720725"/>
          </a:xfrm>
        </p:spPr>
        <p:txBody>
          <a:bodyPr/>
          <a:lstStyle/>
          <a:p>
            <a:pPr algn="ctr"/>
            <a:r>
              <a:rPr lang="en-US" altLang="zh-TW" sz="3200" dirty="0">
                <a:latin typeface="Arial" panose="020B0604020202020204" pitchFamily="34" charset="0"/>
                <a:cs typeface="Arial" panose="020B0604020202020204" pitchFamily="34" charset="0"/>
              </a:rPr>
              <a:t>2. </a:t>
            </a:r>
            <a:r>
              <a:rPr lang="en-US" altLang="zh-TW" sz="3200" dirty="0" err="1">
                <a:latin typeface="Arial" panose="020B0604020202020204" pitchFamily="34" charset="0"/>
                <a:cs typeface="Arial" panose="020B0604020202020204" pitchFamily="34" charset="0"/>
              </a:rPr>
              <a:t>Mô</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hình</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học</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máy</a:t>
            </a:r>
            <a:endParaRPr lang="zh-TW" altLang="en-US" sz="3200" dirty="0">
              <a:latin typeface="Arial" panose="020B0604020202020204" pitchFamily="34" charset="0"/>
              <a:cs typeface="Arial" panose="020B0604020202020204" pitchFamily="34" charset="0"/>
            </a:endParaRPr>
          </a:p>
        </p:txBody>
      </p:sp>
      <p:sp>
        <p:nvSpPr>
          <p:cNvPr id="5" name="內容版面配置區 2">
            <a:extLst>
              <a:ext uri="{FF2B5EF4-FFF2-40B4-BE49-F238E27FC236}">
                <a16:creationId xmlns:a16="http://schemas.microsoft.com/office/drawing/2014/main" id="{0005FF35-F593-4695-A342-3E481CECD8E1}"/>
              </a:ext>
            </a:extLst>
          </p:cNvPr>
          <p:cNvSpPr>
            <a:spLocks noGrp="1"/>
          </p:cNvSpPr>
          <p:nvPr>
            <p:ph idx="1"/>
          </p:nvPr>
        </p:nvSpPr>
        <p:spPr>
          <a:xfrm>
            <a:off x="659396" y="1280160"/>
            <a:ext cx="10873208" cy="4297680"/>
          </a:xfrm>
        </p:spPr>
        <p:txBody>
          <a:bodyPr vert="horz" anchor="t"/>
          <a:lstStyle/>
          <a:p>
            <a:pPr algn="just" fontAlgn="ctr">
              <a:lnSpc>
                <a:spcPct val="150000"/>
              </a:lnSpc>
            </a:pPr>
            <a:r>
              <a:rPr lang="en-US" altLang="zh-CN" sz="2400" dirty="0" err="1">
                <a:latin typeface="Arial" panose="020B0604020202020204" pitchFamily="34" charset="0"/>
                <a:cs typeface="Arial" panose="020B0604020202020204" pitchFamily="34" charset="0"/>
              </a:rPr>
              <a:t>Các</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mô</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hình</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sử</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dụng</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trong</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bài</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toán</a:t>
            </a:r>
            <a:r>
              <a:rPr lang="en-US" altLang="zh-CN" sz="2400" dirty="0">
                <a:latin typeface="Arial" panose="020B0604020202020204" pitchFamily="34" charset="0"/>
                <a:cs typeface="Arial" panose="020B0604020202020204" pitchFamily="34" charset="0"/>
              </a:rPr>
              <a:t>:</a:t>
            </a:r>
          </a:p>
          <a:p>
            <a:pPr marL="457197" lvl="1" indent="0" algn="just" fontAlgn="ctr">
              <a:lnSpc>
                <a:spcPct val="150000"/>
              </a:lnSpc>
              <a:buNone/>
            </a:pPr>
            <a:r>
              <a:rPr lang="en-US" altLang="zh-CN" dirty="0">
                <a:latin typeface="Arial" panose="020B0604020202020204" pitchFamily="34" charset="0"/>
                <a:cs typeface="Arial" panose="020B0604020202020204" pitchFamily="34" charset="0"/>
              </a:rPr>
              <a:t>1. Logistic Regression</a:t>
            </a:r>
          </a:p>
          <a:p>
            <a:pPr marL="457197" lvl="1" indent="0" algn="just" fontAlgn="ctr">
              <a:lnSpc>
                <a:spcPct val="150000"/>
              </a:lnSpc>
              <a:buNone/>
            </a:pPr>
            <a:r>
              <a:rPr lang="en-US" altLang="zh-CN" dirty="0">
                <a:latin typeface="Arial" panose="020B0604020202020204" pitchFamily="34" charset="0"/>
                <a:cs typeface="Arial" panose="020B0604020202020204" pitchFamily="34" charset="0"/>
              </a:rPr>
              <a:t>2. Random Forest</a:t>
            </a:r>
          </a:p>
        </p:txBody>
      </p:sp>
      <p:sp>
        <p:nvSpPr>
          <p:cNvPr id="22" name="Rectangle 19"/>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Tree>
    <p:extLst>
      <p:ext uri="{BB962C8B-B14F-4D97-AF65-F5344CB8AC3E}">
        <p14:creationId xmlns:p14="http://schemas.microsoft.com/office/powerpoint/2010/main" val="3729923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sz="3200" dirty="0">
                <a:latin typeface="Arial" panose="020B0604020202020204" pitchFamily="34" charset="0"/>
                <a:cs typeface="Arial" panose="020B0604020202020204" pitchFamily="34" charset="0"/>
              </a:rPr>
              <a:t>Logistic Regression</a:t>
            </a:r>
            <a:endParaRPr lang="zh-TW" altLang="en-US" sz="3200" dirty="0">
              <a:latin typeface="Arial" panose="020B0604020202020204" pitchFamily="34" charset="0"/>
              <a:cs typeface="Arial" panose="020B0604020202020204" pitchFamily="34" charset="0"/>
            </a:endParaRPr>
          </a:p>
        </p:txBody>
      </p:sp>
      <p:sp>
        <p:nvSpPr>
          <p:cNvPr id="22" name="Rectangle 19"/>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8" name="Picture 7">
            <a:extLst>
              <a:ext uri="{FF2B5EF4-FFF2-40B4-BE49-F238E27FC236}">
                <a16:creationId xmlns:a16="http://schemas.microsoft.com/office/drawing/2014/main" id="{778E098D-BBB6-8F4C-809A-BB4EACA2334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37644" y="1486521"/>
            <a:ext cx="5736969" cy="3845236"/>
          </a:xfrm>
          <a:prstGeom prst="rect">
            <a:avLst/>
          </a:prstGeom>
        </p:spPr>
      </p:pic>
      <p:sp>
        <p:nvSpPr>
          <p:cNvPr id="9" name="TextBox 8">
            <a:extLst>
              <a:ext uri="{FF2B5EF4-FFF2-40B4-BE49-F238E27FC236}">
                <a16:creationId xmlns:a16="http://schemas.microsoft.com/office/drawing/2014/main" id="{4587AF13-903D-C849-ABE8-C8B9B52EE2EF}"/>
              </a:ext>
            </a:extLst>
          </p:cNvPr>
          <p:cNvSpPr txBox="1"/>
          <p:nvPr/>
        </p:nvSpPr>
        <p:spPr>
          <a:xfrm>
            <a:off x="732138" y="1460447"/>
            <a:ext cx="4752528" cy="2812629"/>
          </a:xfrm>
          <a:prstGeom prst="rect">
            <a:avLst/>
          </a:prstGeom>
          <a:noFill/>
        </p:spPr>
        <p:txBody>
          <a:bodyPr wrap="square" rtlCol="0">
            <a:spAutoFit/>
          </a:bodyPr>
          <a:lstStyle/>
          <a:p>
            <a:pPr>
              <a:lnSpc>
                <a:spcPct val="150000"/>
              </a:lnSpc>
            </a:pPr>
            <a:r>
              <a:rPr lang="en-US" sz="2000" dirty="0">
                <a:latin typeface="Arial" panose="020B0604020202020204" pitchFamily="34" charset="0"/>
                <a:cs typeface="Arial" panose="020B0604020202020204" pitchFamily="34" charset="0"/>
              </a:rPr>
              <a:t>Định </a:t>
            </a:r>
            <a:r>
              <a:rPr lang="en-US" sz="2000" dirty="0" err="1">
                <a:latin typeface="Arial" panose="020B0604020202020204" pitchFamily="34" charset="0"/>
                <a:cs typeface="Arial" panose="020B0604020202020204" pitchFamily="34" charset="0"/>
              </a:rPr>
              <a:t>nghĩa</a:t>
            </a:r>
            <a:r>
              <a:rPr lang="en-US" sz="2000" dirty="0">
                <a:latin typeface="Arial" panose="020B0604020202020204" pitchFamily="34" charset="0"/>
                <a:cs typeface="Arial" panose="020B0604020202020204" pitchFamily="34" charset="0"/>
              </a:rPr>
              <a:t>: Logistic Regression </a:t>
            </a:r>
            <a:r>
              <a:rPr lang="vi-VN" sz="2000" dirty="0"/>
              <a:t>là một thuật toán học máy có giám sát (</a:t>
            </a:r>
            <a:r>
              <a:rPr lang="vi-VN" sz="2000" dirty="0" err="1"/>
              <a:t>supervised</a:t>
            </a:r>
            <a:r>
              <a:rPr lang="vi-VN" sz="2000" dirty="0"/>
              <a:t> </a:t>
            </a:r>
            <a:r>
              <a:rPr lang="vi-VN" sz="2000" dirty="0" err="1"/>
              <a:t>learning</a:t>
            </a:r>
            <a:r>
              <a:rPr lang="vi-VN" sz="2000" dirty="0"/>
              <a:t>) dùng để dự đoán xác suất của một biến mục tiêu dạng nhị phân (</a:t>
            </a:r>
            <a:r>
              <a:rPr lang="vi-VN" sz="2000" dirty="0" err="1"/>
              <a:t>binary</a:t>
            </a:r>
            <a:r>
              <a:rPr lang="vi-VN" sz="2000" dirty="0"/>
              <a:t>), tức là đầu ra chỉ có hai giá trị như</a:t>
            </a:r>
            <a:r>
              <a:rPr lang="en-US" sz="2000" dirty="0"/>
              <a:t>: </a:t>
            </a:r>
            <a:r>
              <a:rPr lang="en-US" sz="2000" dirty="0">
                <a:latin typeface="Arial" panose="020B0604020202020204" pitchFamily="34" charset="0"/>
                <a:cs typeface="Arial" panose="020B0604020202020204" pitchFamily="34" charset="0"/>
              </a:rPr>
              <a:t>1/0, Yes/ No, </a:t>
            </a:r>
            <a:r>
              <a:rPr lang="vi-VN" sz="2000" dirty="0">
                <a:latin typeface="Arial" panose="020B0604020202020204" pitchFamily="34" charset="0"/>
                <a:cs typeface="Arial" panose="020B0604020202020204" pitchFamily="34" charset="0"/>
              </a:rPr>
              <a:t>Nghỉ việc/Ở lại</a:t>
            </a:r>
            <a:endParaRPr lang="en-US" sz="2000" dirty="0"/>
          </a:p>
        </p:txBody>
      </p:sp>
      <p:sp>
        <p:nvSpPr>
          <p:cNvPr id="3" name="AutoShape 2" descr="Logistic Regression - Bài toán cơ bản trong Machine Learning">
            <a:extLst>
              <a:ext uri="{FF2B5EF4-FFF2-40B4-BE49-F238E27FC236}">
                <a16:creationId xmlns:a16="http://schemas.microsoft.com/office/drawing/2014/main" id="{7870B228-3E72-3070-9E0D-1D6D0CC78EA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4" name="AutoShape 4" descr="Logistic Regression - Bài toán cơ bản trong Machine Learning">
            <a:extLst>
              <a:ext uri="{FF2B5EF4-FFF2-40B4-BE49-F238E27FC236}">
                <a16:creationId xmlns:a16="http://schemas.microsoft.com/office/drawing/2014/main" id="{3A56D864-C757-F5BE-30EF-1791E627FC56}"/>
              </a:ext>
            </a:extLst>
          </p:cNvPr>
          <p:cNvSpPr>
            <a:spLocks noChangeAspect="1" noChangeArrowheads="1"/>
          </p:cNvSpPr>
          <p:nvPr/>
        </p:nvSpPr>
        <p:spPr bwMode="auto">
          <a:xfrm>
            <a:off x="8711622" y="3409139"/>
            <a:ext cx="3001001" cy="30010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826865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24001" y="4"/>
            <a:ext cx="9144000" cy="720725"/>
          </a:xfrm>
        </p:spPr>
        <p:txBody>
          <a:bodyPr/>
          <a:lstStyle/>
          <a:p>
            <a:pPr algn="ctr"/>
            <a:r>
              <a:rPr lang="en-US" altLang="zh-TW" sz="3200" dirty="0">
                <a:latin typeface="Arial" panose="020B0604020202020204" pitchFamily="34" charset="0"/>
                <a:cs typeface="Arial" panose="020B0604020202020204" pitchFamily="34" charset="0"/>
              </a:rPr>
              <a:t>Random Forest</a:t>
            </a:r>
            <a:endParaRPr lang="zh-TW" altLang="en-US" sz="3200" dirty="0">
              <a:latin typeface="Arial" panose="020B0604020202020204" pitchFamily="34" charset="0"/>
              <a:cs typeface="Arial" panose="020B0604020202020204" pitchFamily="34" charset="0"/>
            </a:endParaRPr>
          </a:p>
        </p:txBody>
      </p:sp>
      <p:sp>
        <p:nvSpPr>
          <p:cNvPr id="22" name="Rectangle 19"/>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5" name="TextBox 4">
            <a:extLst>
              <a:ext uri="{FF2B5EF4-FFF2-40B4-BE49-F238E27FC236}">
                <a16:creationId xmlns:a16="http://schemas.microsoft.com/office/drawing/2014/main" id="{2CC34CFA-5812-9944-9A2E-0456F245D86B}"/>
              </a:ext>
            </a:extLst>
          </p:cNvPr>
          <p:cNvSpPr txBox="1"/>
          <p:nvPr/>
        </p:nvSpPr>
        <p:spPr>
          <a:xfrm>
            <a:off x="767408" y="1268760"/>
            <a:ext cx="4495789" cy="4651979"/>
          </a:xfrm>
          <a:prstGeom prst="rect">
            <a:avLst/>
          </a:prstGeom>
          <a:noFill/>
        </p:spPr>
        <p:txBody>
          <a:bodyPr wrap="square" rtlCol="0">
            <a:spAutoFit/>
          </a:bodyPr>
          <a:lstStyle/>
          <a:p>
            <a:pPr>
              <a:lnSpc>
                <a:spcPct val="150000"/>
              </a:lnSpc>
            </a:pPr>
            <a:r>
              <a:rPr lang="vi-VN" sz="2000" dirty="0">
                <a:latin typeface="Arial" panose="020B0604020202020204" pitchFamily="34" charset="0"/>
                <a:cs typeface="Arial" panose="020B0604020202020204" pitchFamily="34" charset="0"/>
              </a:rPr>
              <a:t>Định nghĩa: Random </a:t>
            </a:r>
            <a:r>
              <a:rPr lang="vi-VN" sz="2000" dirty="0" err="1">
                <a:latin typeface="Arial" panose="020B0604020202020204" pitchFamily="34" charset="0"/>
                <a:cs typeface="Arial" panose="020B0604020202020204" pitchFamily="34" charset="0"/>
              </a:rPr>
              <a:t>Forest</a:t>
            </a:r>
            <a:r>
              <a:rPr lang="vi-VN" sz="2000" dirty="0">
                <a:latin typeface="Arial" panose="020B0604020202020204" pitchFamily="34" charset="0"/>
                <a:cs typeface="Arial" panose="020B0604020202020204" pitchFamily="34" charset="0"/>
              </a:rPr>
              <a:t> </a:t>
            </a:r>
            <a:r>
              <a:rPr lang="vi-VN" sz="2000" dirty="0"/>
              <a:t>là một thuật toán học máy có giám sát (</a:t>
            </a:r>
            <a:r>
              <a:rPr lang="vi-VN" sz="2000" dirty="0" err="1"/>
              <a:t>supervised</a:t>
            </a:r>
            <a:r>
              <a:rPr lang="vi-VN" sz="2000" dirty="0"/>
              <a:t> </a:t>
            </a:r>
            <a:r>
              <a:rPr lang="vi-VN" sz="2000" dirty="0" err="1"/>
              <a:t>learning</a:t>
            </a:r>
            <a:r>
              <a:rPr lang="vi-VN" sz="2000" dirty="0"/>
              <a:t>) thuộc nhóm </a:t>
            </a:r>
            <a:r>
              <a:rPr lang="vi-VN" sz="2000" dirty="0" err="1"/>
              <a:t>ensemble</a:t>
            </a:r>
            <a:r>
              <a:rPr lang="vi-VN" sz="2000" dirty="0"/>
              <a:t> </a:t>
            </a:r>
            <a:r>
              <a:rPr lang="vi-VN" sz="2000" dirty="0" err="1"/>
              <a:t>learning</a:t>
            </a:r>
            <a:r>
              <a:rPr lang="vi-VN" sz="2000" dirty="0"/>
              <a:t>. Nó hoạt động bằng cách kết hợp nhiều cây quyết định (</a:t>
            </a:r>
            <a:r>
              <a:rPr lang="vi-VN" sz="2000" dirty="0" err="1"/>
              <a:t>Decision</a:t>
            </a:r>
            <a:r>
              <a:rPr lang="vi-VN" sz="2000" dirty="0"/>
              <a:t> </a:t>
            </a:r>
            <a:r>
              <a:rPr lang="vi-VN" sz="2000" dirty="0" err="1"/>
              <a:t>Trees</a:t>
            </a:r>
            <a:r>
              <a:rPr lang="vi-VN" sz="2000" dirty="0"/>
              <a:t>) để tạo ra một mô hình mạnh hơn, ổn định hơn và chính xác hơn.</a:t>
            </a:r>
            <a:r>
              <a:rPr lang="vi-VN" sz="2000" dirty="0">
                <a:latin typeface="Arial" panose="020B0604020202020204" pitchFamily="34" charset="0"/>
                <a:cs typeface="Arial" panose="020B0604020202020204" pitchFamily="34" charset="0"/>
              </a:rPr>
              <a:t> Nó được sử dụng cho cả bài toán phân loại (classification) và hồi quy (regression).</a:t>
            </a:r>
          </a:p>
        </p:txBody>
      </p:sp>
      <p:pic>
        <p:nvPicPr>
          <p:cNvPr id="2050" name="Picture 2" descr="Decision Tree and Random Forest Algorithm Explained - StrataScratch">
            <a:extLst>
              <a:ext uri="{FF2B5EF4-FFF2-40B4-BE49-F238E27FC236}">
                <a16:creationId xmlns:a16="http://schemas.microsoft.com/office/drawing/2014/main" id="{9391E809-1294-EC13-79FA-BF2CBEAAE0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7928" y="1247250"/>
            <a:ext cx="5976664"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0304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24001" y="4"/>
            <a:ext cx="9144000" cy="720725"/>
          </a:xfrm>
        </p:spPr>
        <p:txBody>
          <a:bodyPr/>
          <a:lstStyle/>
          <a:p>
            <a:pPr algn="ctr"/>
            <a:r>
              <a:rPr lang="en-US" altLang="zh-TW" sz="3200" dirty="0">
                <a:latin typeface="Arial" panose="020B0604020202020204" pitchFamily="34" charset="0"/>
                <a:cs typeface="Arial" panose="020B0604020202020204" pitchFamily="34" charset="0"/>
              </a:rPr>
              <a:t>Random Forest</a:t>
            </a:r>
            <a:endParaRPr lang="zh-TW" altLang="en-US" sz="3200" dirty="0">
              <a:latin typeface="Arial" panose="020B0604020202020204" pitchFamily="34" charset="0"/>
              <a:cs typeface="Arial" panose="020B0604020202020204" pitchFamily="34" charset="0"/>
            </a:endParaRPr>
          </a:p>
        </p:txBody>
      </p:sp>
      <p:sp>
        <p:nvSpPr>
          <p:cNvPr id="22" name="Rectangle 19"/>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1026" name="Picture 2">
            <a:extLst>
              <a:ext uri="{FF2B5EF4-FFF2-40B4-BE49-F238E27FC236}">
                <a16:creationId xmlns:a16="http://schemas.microsoft.com/office/drawing/2014/main" id="{DF8B6D56-11B6-5FFA-E141-EE0F7BD650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4548" y="905399"/>
            <a:ext cx="6939843" cy="5191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5921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24001" y="4"/>
            <a:ext cx="9144000" cy="720725"/>
          </a:xfrm>
        </p:spPr>
        <p:txBody>
          <a:bodyPr/>
          <a:lstStyle/>
          <a:p>
            <a:pPr algn="ctr"/>
            <a:r>
              <a:rPr lang="en-US" altLang="zh-TW" sz="3200" dirty="0">
                <a:latin typeface="Arial" panose="020B0604020202020204" pitchFamily="34" charset="0"/>
                <a:cs typeface="Arial" panose="020B0604020202020204" pitchFamily="34" charset="0"/>
              </a:rPr>
              <a:t>Metrics </a:t>
            </a:r>
            <a:r>
              <a:rPr lang="en-US" altLang="zh-TW" sz="3200" dirty="0" err="1">
                <a:latin typeface="Arial" panose="020B0604020202020204" pitchFamily="34" charset="0"/>
                <a:cs typeface="Arial" panose="020B0604020202020204" pitchFamily="34" charset="0"/>
              </a:rPr>
              <a:t>đánh</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giá</a:t>
            </a:r>
            <a:endParaRPr lang="zh-TW" altLang="en-US" sz="3200" dirty="0">
              <a:latin typeface="Arial" panose="020B0604020202020204" pitchFamily="34" charset="0"/>
              <a:cs typeface="Arial" panose="020B0604020202020204" pitchFamily="34" charset="0"/>
            </a:endParaRPr>
          </a:p>
        </p:txBody>
      </p:sp>
      <p:sp>
        <p:nvSpPr>
          <p:cNvPr id="22" name="Rectangle 19"/>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6" name="TextBox 5">
            <a:extLst>
              <a:ext uri="{FF2B5EF4-FFF2-40B4-BE49-F238E27FC236}">
                <a16:creationId xmlns:a16="http://schemas.microsoft.com/office/drawing/2014/main" id="{97017450-19D3-1745-BF4C-2C67D7A5E032}"/>
              </a:ext>
            </a:extLst>
          </p:cNvPr>
          <p:cNvSpPr txBox="1"/>
          <p:nvPr/>
        </p:nvSpPr>
        <p:spPr>
          <a:xfrm>
            <a:off x="1127448" y="1628800"/>
            <a:ext cx="1529586" cy="1881925"/>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VN" sz="2000" dirty="0">
                <a:latin typeface="Arial" panose="020B0604020202020204" pitchFamily="34" charset="0"/>
                <a:cs typeface="Arial" panose="020B0604020202020204" pitchFamily="34" charset="0"/>
              </a:rPr>
              <a:t>Accuracy</a:t>
            </a:r>
          </a:p>
          <a:p>
            <a:pPr marL="285750" indent="-285750">
              <a:lnSpc>
                <a:spcPct val="150000"/>
              </a:lnSpc>
              <a:buFont typeface="Arial" panose="020B0604020202020204" pitchFamily="34" charset="0"/>
              <a:buChar char="•"/>
            </a:pPr>
            <a:r>
              <a:rPr lang="en-VN" sz="2000" dirty="0">
                <a:latin typeface="Arial" panose="020B0604020202020204" pitchFamily="34" charset="0"/>
                <a:cs typeface="Arial" panose="020B0604020202020204" pitchFamily="34" charset="0"/>
              </a:rPr>
              <a:t>Precision</a:t>
            </a:r>
          </a:p>
          <a:p>
            <a:pPr marL="285750" indent="-285750">
              <a:lnSpc>
                <a:spcPct val="150000"/>
              </a:lnSpc>
              <a:buFont typeface="Arial" panose="020B0604020202020204" pitchFamily="34" charset="0"/>
              <a:buChar char="•"/>
            </a:pPr>
            <a:r>
              <a:rPr lang="en-VN" sz="2000" dirty="0">
                <a:latin typeface="Arial" panose="020B0604020202020204" pitchFamily="34" charset="0"/>
                <a:cs typeface="Arial" panose="020B0604020202020204" pitchFamily="34" charset="0"/>
              </a:rPr>
              <a:t>Recall</a:t>
            </a:r>
          </a:p>
          <a:p>
            <a:pPr marL="285750" indent="-285750">
              <a:lnSpc>
                <a:spcPct val="150000"/>
              </a:lnSpc>
              <a:buFont typeface="Arial" panose="020B0604020202020204" pitchFamily="34" charset="0"/>
              <a:buChar char="•"/>
            </a:pPr>
            <a:r>
              <a:rPr lang="en-VN" sz="2000" dirty="0">
                <a:latin typeface="Arial" panose="020B0604020202020204" pitchFamily="34" charset="0"/>
                <a:cs typeface="Arial" panose="020B0604020202020204" pitchFamily="34" charset="0"/>
              </a:rPr>
              <a:t>F1-score</a:t>
            </a:r>
          </a:p>
        </p:txBody>
      </p:sp>
    </p:spTree>
    <p:extLst>
      <p:ext uri="{BB962C8B-B14F-4D97-AF65-F5344CB8AC3E}">
        <p14:creationId xmlns:p14="http://schemas.microsoft.com/office/powerpoint/2010/main" val="2779746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D83AF4D-2511-91E0-FF3F-421167438CD2}"/>
              </a:ext>
            </a:extLst>
          </p:cNvPr>
          <p:cNvSpPr>
            <a:spLocks noGrp="1"/>
          </p:cNvSpPr>
          <p:nvPr>
            <p:ph type="title"/>
          </p:nvPr>
        </p:nvSpPr>
        <p:spPr>
          <a:xfrm>
            <a:off x="3143672" y="1700808"/>
            <a:ext cx="5976664" cy="1325563"/>
          </a:xfrm>
        </p:spPr>
        <p:txBody>
          <a:bodyPr/>
          <a:lstStyle/>
          <a:p>
            <a:r>
              <a:rPr lang="en-US" dirty="0"/>
              <a:t>3. </a:t>
            </a:r>
            <a:r>
              <a:rPr lang="vi-VN" dirty="0"/>
              <a:t>Triển khai mô hình</a:t>
            </a:r>
          </a:p>
        </p:txBody>
      </p:sp>
    </p:spTree>
    <p:extLst>
      <p:ext uri="{BB962C8B-B14F-4D97-AF65-F5344CB8AC3E}">
        <p14:creationId xmlns:p14="http://schemas.microsoft.com/office/powerpoint/2010/main" val="2120477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24001" y="4"/>
            <a:ext cx="9144000" cy="720725"/>
          </a:xfrm>
        </p:spPr>
        <p:txBody>
          <a:bodyPr/>
          <a:lstStyle/>
          <a:p>
            <a:pPr algn="ctr"/>
            <a:r>
              <a:rPr lang="en-US" altLang="zh-TW" sz="3200" dirty="0" err="1">
                <a:latin typeface="Arial" panose="020B0604020202020204" pitchFamily="34" charset="0"/>
                <a:cs typeface="Arial" panose="020B0604020202020204" pitchFamily="34" charset="0"/>
              </a:rPr>
              <a:t>Mô</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tả</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dữ</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liệu</a:t>
            </a:r>
            <a:endParaRPr lang="zh-TW" altLang="en-US" sz="3200" dirty="0">
              <a:latin typeface="Arial" panose="020B0604020202020204" pitchFamily="34" charset="0"/>
              <a:cs typeface="Arial" panose="020B0604020202020204" pitchFamily="34" charset="0"/>
            </a:endParaRPr>
          </a:p>
        </p:txBody>
      </p:sp>
      <p:sp>
        <p:nvSpPr>
          <p:cNvPr id="22" name="Rectangle 19"/>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9" name="Picture 8">
            <a:extLst>
              <a:ext uri="{FF2B5EF4-FFF2-40B4-BE49-F238E27FC236}">
                <a16:creationId xmlns:a16="http://schemas.microsoft.com/office/drawing/2014/main" id="{54C40D1F-9AF7-194F-8385-425CCB8EC09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27448" y="905400"/>
            <a:ext cx="9433048" cy="3859746"/>
          </a:xfrm>
          <a:prstGeom prst="rect">
            <a:avLst/>
          </a:prstGeom>
        </p:spPr>
      </p:pic>
      <p:sp>
        <p:nvSpPr>
          <p:cNvPr id="10" name="TextBox 9">
            <a:extLst>
              <a:ext uri="{FF2B5EF4-FFF2-40B4-BE49-F238E27FC236}">
                <a16:creationId xmlns:a16="http://schemas.microsoft.com/office/drawing/2014/main" id="{820B6B8C-E8E8-314F-AC8B-2851ED47FC32}"/>
              </a:ext>
            </a:extLst>
          </p:cNvPr>
          <p:cNvSpPr txBox="1"/>
          <p:nvPr/>
        </p:nvSpPr>
        <p:spPr>
          <a:xfrm>
            <a:off x="2740059" y="4941168"/>
            <a:ext cx="6711882" cy="307777"/>
          </a:xfrm>
          <a:prstGeom prst="rect">
            <a:avLst/>
          </a:prstGeom>
          <a:noFill/>
        </p:spPr>
        <p:txBody>
          <a:bodyPr wrap="square" rtlCol="0">
            <a:spAutoFit/>
          </a:bodyPr>
          <a:lstStyle/>
          <a:p>
            <a:r>
              <a:rPr lang="en-US" sz="1400" dirty="0">
                <a:solidFill>
                  <a:srgbClr val="0066FF"/>
                </a:solidFill>
                <a:latin typeface="Times New Roman" panose="02020603050405020304" pitchFamily="18" charset="0"/>
                <a:cs typeface="Times New Roman" panose="02020603050405020304" pitchFamily="18" charset="0"/>
              </a:rPr>
              <a:t>https://www.kaggle.com/datasets/pavansubhasht/ibm-hr-analytics-attrition-dataset/data</a:t>
            </a:r>
            <a:endParaRPr lang="en-VN" sz="1400" dirty="0">
              <a:solidFill>
                <a:srgbClr val="0066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2158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24001" y="4"/>
            <a:ext cx="9144000" cy="720725"/>
          </a:xfrm>
        </p:spPr>
        <p:txBody>
          <a:bodyPr/>
          <a:lstStyle/>
          <a:p>
            <a:pPr algn="ctr"/>
            <a:r>
              <a:rPr lang="en-US" altLang="zh-TW" sz="3200" dirty="0" err="1">
                <a:latin typeface="Arial" panose="020B0604020202020204" pitchFamily="34" charset="0"/>
                <a:cs typeface="Arial" panose="020B0604020202020204" pitchFamily="34" charset="0"/>
              </a:rPr>
              <a:t>Phân</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tích</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dữ</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liệu</a:t>
            </a:r>
            <a:endParaRPr lang="zh-TW" altLang="en-US" sz="3200" dirty="0">
              <a:latin typeface="Arial" panose="020B0604020202020204" pitchFamily="34" charset="0"/>
              <a:cs typeface="Arial" panose="020B0604020202020204" pitchFamily="34" charset="0"/>
            </a:endParaRPr>
          </a:p>
        </p:txBody>
      </p:sp>
      <p:sp>
        <p:nvSpPr>
          <p:cNvPr id="22" name="Rectangle 19"/>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3" name="Picture 5">
            <a:extLst>
              <a:ext uri="{FF2B5EF4-FFF2-40B4-BE49-F238E27FC236}">
                <a16:creationId xmlns:a16="http://schemas.microsoft.com/office/drawing/2014/main" id="{2EE08E09-B4AA-D240-9D8F-702F5E49F65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91544" y="720729"/>
            <a:ext cx="8136904" cy="5870105"/>
          </a:xfrm>
          <a:prstGeom prst="rect">
            <a:avLst/>
          </a:prstGeom>
        </p:spPr>
      </p:pic>
    </p:spTree>
    <p:extLst>
      <p:ext uri="{BB962C8B-B14F-4D97-AF65-F5344CB8AC3E}">
        <p14:creationId xmlns:p14="http://schemas.microsoft.com/office/powerpoint/2010/main" val="2376033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9EBA5-B176-FA1B-EAA0-30847A07214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1F1D220-DDD6-E872-F4A6-3F1777DAE76C}"/>
              </a:ext>
            </a:extLst>
          </p:cNvPr>
          <p:cNvSpPr>
            <a:spLocks noGrp="1"/>
          </p:cNvSpPr>
          <p:nvPr>
            <p:ph type="title"/>
          </p:nvPr>
        </p:nvSpPr>
        <p:spPr>
          <a:xfrm>
            <a:off x="1524001" y="4"/>
            <a:ext cx="9144000" cy="720725"/>
          </a:xfrm>
        </p:spPr>
        <p:txBody>
          <a:bodyPr/>
          <a:lstStyle/>
          <a:p>
            <a:pPr algn="ctr"/>
            <a:r>
              <a:rPr lang="en-US" altLang="zh-TW" sz="3200" dirty="0" err="1">
                <a:latin typeface="Arial" panose="020B0604020202020204" pitchFamily="34" charset="0"/>
                <a:cs typeface="Arial" panose="020B0604020202020204" pitchFamily="34" charset="0"/>
              </a:rPr>
              <a:t>Phân</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tích</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dữ</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liệu</a:t>
            </a:r>
            <a:endParaRPr lang="zh-TW" altLang="en-US" sz="3200" dirty="0">
              <a:latin typeface="Arial" panose="020B0604020202020204" pitchFamily="34" charset="0"/>
              <a:cs typeface="Arial" panose="020B0604020202020204" pitchFamily="34" charset="0"/>
            </a:endParaRPr>
          </a:p>
        </p:txBody>
      </p:sp>
      <p:sp>
        <p:nvSpPr>
          <p:cNvPr id="22" name="Rectangle 19">
            <a:extLst>
              <a:ext uri="{FF2B5EF4-FFF2-40B4-BE49-F238E27FC236}">
                <a16:creationId xmlns:a16="http://schemas.microsoft.com/office/drawing/2014/main" id="{37528F79-6198-1D65-8DCB-568B55B08DB7}"/>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3" name="Picture 5">
            <a:extLst>
              <a:ext uri="{FF2B5EF4-FFF2-40B4-BE49-F238E27FC236}">
                <a16:creationId xmlns:a16="http://schemas.microsoft.com/office/drawing/2014/main" id="{EE4653A3-EF53-D4F3-BA56-FFD0FCAB18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847528" y="620689"/>
            <a:ext cx="9143999" cy="5832647"/>
          </a:xfrm>
          <a:prstGeom prst="rect">
            <a:avLst/>
          </a:prstGeom>
        </p:spPr>
      </p:pic>
    </p:spTree>
    <p:extLst>
      <p:ext uri="{BB962C8B-B14F-4D97-AF65-F5344CB8AC3E}">
        <p14:creationId xmlns:p14="http://schemas.microsoft.com/office/powerpoint/2010/main" val="2835089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1F970-F2BF-9C85-995C-2272AD18DAC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C30CF81-5296-21D2-8941-150ABC115F95}"/>
              </a:ext>
            </a:extLst>
          </p:cNvPr>
          <p:cNvSpPr>
            <a:spLocks noGrp="1"/>
          </p:cNvSpPr>
          <p:nvPr>
            <p:ph type="title"/>
          </p:nvPr>
        </p:nvSpPr>
        <p:spPr>
          <a:xfrm>
            <a:off x="1524001" y="4"/>
            <a:ext cx="9144000" cy="720725"/>
          </a:xfrm>
        </p:spPr>
        <p:txBody>
          <a:bodyPr/>
          <a:lstStyle/>
          <a:p>
            <a:pPr algn="ctr"/>
            <a:r>
              <a:rPr lang="en-US" altLang="zh-TW" sz="3200" dirty="0" err="1">
                <a:latin typeface="Arial" panose="020B0604020202020204" pitchFamily="34" charset="0"/>
                <a:cs typeface="Arial" panose="020B0604020202020204" pitchFamily="34" charset="0"/>
              </a:rPr>
              <a:t>Phân</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tích</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dữ</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liệu</a:t>
            </a:r>
            <a:endParaRPr lang="zh-TW" altLang="en-US" sz="3200" dirty="0">
              <a:latin typeface="Arial" panose="020B0604020202020204" pitchFamily="34" charset="0"/>
              <a:cs typeface="Arial" panose="020B0604020202020204" pitchFamily="34" charset="0"/>
            </a:endParaRPr>
          </a:p>
        </p:txBody>
      </p:sp>
      <p:sp>
        <p:nvSpPr>
          <p:cNvPr id="22" name="Rectangle 19">
            <a:extLst>
              <a:ext uri="{FF2B5EF4-FFF2-40B4-BE49-F238E27FC236}">
                <a16:creationId xmlns:a16="http://schemas.microsoft.com/office/drawing/2014/main" id="{CDDD2685-031B-B497-D956-AD04570FE270}"/>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13" name="Hình ảnh 12">
            <a:extLst>
              <a:ext uri="{FF2B5EF4-FFF2-40B4-BE49-F238E27FC236}">
                <a16:creationId xmlns:a16="http://schemas.microsoft.com/office/drawing/2014/main" id="{8AAA3FB4-4B73-CA2C-8B38-492B9FEAED6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19536" y="905399"/>
            <a:ext cx="8993524" cy="5557051"/>
          </a:xfrm>
          <a:prstGeom prst="rect">
            <a:avLst/>
          </a:prstGeom>
        </p:spPr>
      </p:pic>
    </p:spTree>
    <p:extLst>
      <p:ext uri="{BB962C8B-B14F-4D97-AF65-F5344CB8AC3E}">
        <p14:creationId xmlns:p14="http://schemas.microsoft.com/office/powerpoint/2010/main" val="3797251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415BF-6FC4-1DC6-E585-760CAD3238B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A3F05ED-BB6A-1679-33C8-DD667809E2EC}"/>
              </a:ext>
            </a:extLst>
          </p:cNvPr>
          <p:cNvSpPr>
            <a:spLocks noGrp="1"/>
          </p:cNvSpPr>
          <p:nvPr>
            <p:ph type="title"/>
          </p:nvPr>
        </p:nvSpPr>
        <p:spPr>
          <a:xfrm>
            <a:off x="1524001" y="4"/>
            <a:ext cx="9144000" cy="720725"/>
          </a:xfrm>
        </p:spPr>
        <p:txBody>
          <a:bodyPr/>
          <a:lstStyle/>
          <a:p>
            <a:pPr algn="ctr"/>
            <a:r>
              <a:rPr lang="en-US" altLang="zh-TW" sz="3200" dirty="0" err="1">
                <a:latin typeface="Arial" panose="020B0604020202020204" pitchFamily="34" charset="0"/>
                <a:cs typeface="Arial" panose="020B0604020202020204" pitchFamily="34" charset="0"/>
              </a:rPr>
              <a:t>Phân</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tích</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dữ</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liệu</a:t>
            </a:r>
            <a:endParaRPr lang="zh-TW" altLang="en-US" sz="3200" dirty="0">
              <a:latin typeface="Arial" panose="020B0604020202020204" pitchFamily="34" charset="0"/>
              <a:cs typeface="Arial" panose="020B0604020202020204" pitchFamily="34" charset="0"/>
            </a:endParaRPr>
          </a:p>
        </p:txBody>
      </p:sp>
      <p:sp>
        <p:nvSpPr>
          <p:cNvPr id="22" name="Rectangle 19">
            <a:extLst>
              <a:ext uri="{FF2B5EF4-FFF2-40B4-BE49-F238E27FC236}">
                <a16:creationId xmlns:a16="http://schemas.microsoft.com/office/drawing/2014/main" id="{A8607C7A-7A79-8CD6-849B-54B7CE2E6983}"/>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13" name="Hình ảnh 12">
            <a:extLst>
              <a:ext uri="{FF2B5EF4-FFF2-40B4-BE49-F238E27FC236}">
                <a16:creationId xmlns:a16="http://schemas.microsoft.com/office/drawing/2014/main" id="{E448000E-A34A-EA51-C23F-C721514DBD0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126925" y="905399"/>
            <a:ext cx="8578746" cy="5557051"/>
          </a:xfrm>
          <a:prstGeom prst="rect">
            <a:avLst/>
          </a:prstGeom>
        </p:spPr>
      </p:pic>
    </p:spTree>
    <p:extLst>
      <p:ext uri="{BB962C8B-B14F-4D97-AF65-F5344CB8AC3E}">
        <p14:creationId xmlns:p14="http://schemas.microsoft.com/office/powerpoint/2010/main" val="167137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A1DF6-5F2F-BED7-AD82-C43EC0A57F3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F770640-1E7A-EBF4-9CD4-3124CA5E8C14}"/>
              </a:ext>
            </a:extLst>
          </p:cNvPr>
          <p:cNvSpPr>
            <a:spLocks noGrp="1"/>
          </p:cNvSpPr>
          <p:nvPr>
            <p:ph type="title"/>
          </p:nvPr>
        </p:nvSpPr>
        <p:spPr>
          <a:xfrm>
            <a:off x="1524001" y="4"/>
            <a:ext cx="9144000" cy="720725"/>
          </a:xfrm>
        </p:spPr>
        <p:txBody>
          <a:bodyPr/>
          <a:lstStyle/>
          <a:p>
            <a:pPr algn="ctr"/>
            <a:r>
              <a:rPr lang="en-US" altLang="zh-TW" sz="3200" dirty="0" err="1">
                <a:latin typeface="Arial" panose="020B0604020202020204" pitchFamily="34" charset="0"/>
                <a:cs typeface="Arial" panose="020B0604020202020204" pitchFamily="34" charset="0"/>
              </a:rPr>
              <a:t>Phân</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tích</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dữ</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liệu</a:t>
            </a:r>
            <a:endParaRPr lang="zh-TW" altLang="en-US" sz="3200" dirty="0">
              <a:latin typeface="Arial" panose="020B0604020202020204" pitchFamily="34" charset="0"/>
              <a:cs typeface="Arial" panose="020B0604020202020204" pitchFamily="34" charset="0"/>
            </a:endParaRPr>
          </a:p>
        </p:txBody>
      </p:sp>
      <p:sp>
        <p:nvSpPr>
          <p:cNvPr id="22" name="Rectangle 19">
            <a:extLst>
              <a:ext uri="{FF2B5EF4-FFF2-40B4-BE49-F238E27FC236}">
                <a16:creationId xmlns:a16="http://schemas.microsoft.com/office/drawing/2014/main" id="{F2EB67DA-7A5B-602B-F82B-86CF1BBA2393}"/>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13" name="Hình ảnh 12">
            <a:extLst>
              <a:ext uri="{FF2B5EF4-FFF2-40B4-BE49-F238E27FC236}">
                <a16:creationId xmlns:a16="http://schemas.microsoft.com/office/drawing/2014/main" id="{4F68839D-1486-0A4A-93BB-888B1EE9884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67408" y="693970"/>
            <a:ext cx="11042929" cy="5399326"/>
          </a:xfrm>
          <a:prstGeom prst="rect">
            <a:avLst/>
          </a:prstGeom>
        </p:spPr>
      </p:pic>
    </p:spTree>
    <p:extLst>
      <p:ext uri="{BB962C8B-B14F-4D97-AF65-F5344CB8AC3E}">
        <p14:creationId xmlns:p14="http://schemas.microsoft.com/office/powerpoint/2010/main" val="1070057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BAFE6-4844-A97B-3B92-2DB3C70DAC4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7F0B397-5E5E-3A19-2351-06CAD64AE963}"/>
              </a:ext>
            </a:extLst>
          </p:cNvPr>
          <p:cNvSpPr>
            <a:spLocks noGrp="1"/>
          </p:cNvSpPr>
          <p:nvPr>
            <p:ph type="title"/>
          </p:nvPr>
        </p:nvSpPr>
        <p:spPr>
          <a:xfrm>
            <a:off x="1524001" y="4"/>
            <a:ext cx="9144000" cy="720725"/>
          </a:xfrm>
        </p:spPr>
        <p:txBody>
          <a:bodyPr/>
          <a:lstStyle/>
          <a:p>
            <a:pPr algn="ctr"/>
            <a:r>
              <a:rPr lang="en-US" altLang="zh-TW" sz="3200" dirty="0" err="1">
                <a:latin typeface="Arial" panose="020B0604020202020204" pitchFamily="34" charset="0"/>
                <a:cs typeface="Arial" panose="020B0604020202020204" pitchFamily="34" charset="0"/>
              </a:rPr>
              <a:t>Phân</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tích</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dữ</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liệu</a:t>
            </a:r>
            <a:endParaRPr lang="zh-TW" altLang="en-US" sz="3200" dirty="0">
              <a:latin typeface="Arial" panose="020B0604020202020204" pitchFamily="34" charset="0"/>
              <a:cs typeface="Arial" panose="020B0604020202020204" pitchFamily="34" charset="0"/>
            </a:endParaRPr>
          </a:p>
        </p:txBody>
      </p:sp>
      <p:sp>
        <p:nvSpPr>
          <p:cNvPr id="22" name="Rectangle 19">
            <a:extLst>
              <a:ext uri="{FF2B5EF4-FFF2-40B4-BE49-F238E27FC236}">
                <a16:creationId xmlns:a16="http://schemas.microsoft.com/office/drawing/2014/main" id="{A8BEEE8B-A273-A7C6-6AD3-320218DF7DD0}"/>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13" name="Hình ảnh 12">
            <a:extLst>
              <a:ext uri="{FF2B5EF4-FFF2-40B4-BE49-F238E27FC236}">
                <a16:creationId xmlns:a16="http://schemas.microsoft.com/office/drawing/2014/main" id="{57EEC02D-D864-CC24-2547-53658161270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89867" y="693970"/>
            <a:ext cx="10998011" cy="5399326"/>
          </a:xfrm>
          <a:prstGeom prst="rect">
            <a:avLst/>
          </a:prstGeom>
        </p:spPr>
      </p:pic>
    </p:spTree>
    <p:extLst>
      <p:ext uri="{BB962C8B-B14F-4D97-AF65-F5344CB8AC3E}">
        <p14:creationId xmlns:p14="http://schemas.microsoft.com/office/powerpoint/2010/main" val="1758609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24001" y="4"/>
            <a:ext cx="9144000" cy="720725"/>
          </a:xfrm>
        </p:spPr>
        <p:txBody>
          <a:bodyPr/>
          <a:lstStyle/>
          <a:p>
            <a:pPr algn="ctr"/>
            <a:r>
              <a:rPr lang="en-US" altLang="zh-TW" sz="3200" dirty="0" err="1">
                <a:latin typeface="Arial" panose="020B0604020202020204" pitchFamily="34" charset="0"/>
                <a:cs typeface="Arial" panose="020B0604020202020204" pitchFamily="34" charset="0"/>
              </a:rPr>
              <a:t>Phân</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tích</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dữ</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liệu</a:t>
            </a:r>
            <a:endParaRPr lang="zh-TW" altLang="en-US" sz="3200" dirty="0">
              <a:latin typeface="Arial" panose="020B0604020202020204" pitchFamily="34" charset="0"/>
              <a:cs typeface="Arial" panose="020B0604020202020204" pitchFamily="34" charset="0"/>
            </a:endParaRPr>
          </a:p>
        </p:txBody>
      </p:sp>
      <p:sp>
        <p:nvSpPr>
          <p:cNvPr id="22" name="Rectangle 19"/>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4" name="TextBox 3">
            <a:extLst>
              <a:ext uri="{FF2B5EF4-FFF2-40B4-BE49-F238E27FC236}">
                <a16:creationId xmlns:a16="http://schemas.microsoft.com/office/drawing/2014/main" id="{D8226695-BA7A-8D4B-8922-26001B3AE3B8}"/>
              </a:ext>
            </a:extLst>
          </p:cNvPr>
          <p:cNvSpPr txBox="1"/>
          <p:nvPr/>
        </p:nvSpPr>
        <p:spPr>
          <a:xfrm>
            <a:off x="586881" y="1292689"/>
            <a:ext cx="10081120" cy="400110"/>
          </a:xfrm>
          <a:prstGeom prst="rect">
            <a:avLst/>
          </a:prstGeom>
          <a:noFill/>
        </p:spPr>
        <p:txBody>
          <a:bodyPr wrap="square" rtlCol="0">
            <a:spAutoFit/>
          </a:bodyPr>
          <a:lstStyle/>
          <a:p>
            <a:r>
              <a:rPr lang="en-VN" sz="2000" dirty="0">
                <a:latin typeface="Arial" panose="020B0604020202020204" pitchFamily="34" charset="0"/>
                <a:cs typeface="Arial" panose="020B0604020202020204" pitchFamily="34" charset="0"/>
              </a:rPr>
              <a:t>Nhận xét: </a:t>
            </a:r>
            <a:r>
              <a:rPr lang="vi-VN" sz="2000" dirty="0">
                <a:latin typeface="Arial" panose="020B0604020202020204" pitchFamily="34" charset="0"/>
                <a:cs typeface="Arial" panose="020B0604020202020204" pitchFamily="34" charset="0"/>
              </a:rPr>
              <a:t>Tập dữ liệu mất cân bằng</a:t>
            </a:r>
            <a:r>
              <a:rPr lang="en-VN" sz="2000" dirty="0">
                <a:latin typeface="Arial" panose="020B0604020202020204" pitchFamily="34" charset="0"/>
                <a:cs typeface="Arial" panose="020B0604020202020204" pitchFamily="34" charset="0"/>
              </a:rPr>
              <a:t> (</a:t>
            </a:r>
            <a:r>
              <a:rPr lang="vi-VN" sz="2000" dirty="0" err="1">
                <a:latin typeface="Arial" panose="020B0604020202020204" pitchFamily="34" charset="0"/>
                <a:cs typeface="Arial" panose="020B0604020202020204" pitchFamily="34" charset="0"/>
              </a:rPr>
              <a:t>Lef</a:t>
            </a:r>
            <a:r>
              <a:rPr lang="en-VN" sz="2000" dirty="0">
                <a:latin typeface="Arial" panose="020B0604020202020204" pitchFamily="34" charset="0"/>
                <a:cs typeface="Arial" panose="020B0604020202020204" pitchFamily="34" charset="0"/>
              </a:rPr>
              <a:t>ted ~ </a:t>
            </a:r>
            <a:r>
              <a:rPr lang="vi-VN" sz="2000" dirty="0">
                <a:latin typeface="Arial" panose="020B0604020202020204" pitchFamily="34" charset="0"/>
                <a:cs typeface="Arial" panose="020B0604020202020204" pitchFamily="34" charset="0"/>
              </a:rPr>
              <a:t>16</a:t>
            </a:r>
            <a:r>
              <a:rPr lang="en-VN" sz="2000" dirty="0">
                <a:latin typeface="Arial" panose="020B0604020202020204" pitchFamily="34" charset="0"/>
                <a:cs typeface="Arial" panose="020B0604020202020204" pitchFamily="34" charset="0"/>
              </a:rPr>
              <a:t>,</a:t>
            </a:r>
            <a:r>
              <a:rPr lang="vi-VN" sz="2000" dirty="0">
                <a:latin typeface="Arial" panose="020B0604020202020204" pitchFamily="34" charset="0"/>
                <a:cs typeface="Arial" panose="020B0604020202020204" pitchFamily="34" charset="0"/>
              </a:rPr>
              <a:t>1</a:t>
            </a:r>
            <a:r>
              <a:rPr lang="en-VN" sz="2000" dirty="0">
                <a:latin typeface="Arial" panose="020B0604020202020204" pitchFamily="34" charset="0"/>
                <a:cs typeface="Arial" panose="020B0604020202020204" pitchFamily="34" charset="0"/>
              </a:rPr>
              <a:t>%)</a:t>
            </a:r>
          </a:p>
        </p:txBody>
      </p:sp>
      <p:pic>
        <p:nvPicPr>
          <p:cNvPr id="6" name="Picture 5">
            <a:extLst>
              <a:ext uri="{FF2B5EF4-FFF2-40B4-BE49-F238E27FC236}">
                <a16:creationId xmlns:a16="http://schemas.microsoft.com/office/drawing/2014/main" id="{B2C5AD3A-F2E1-4F44-9C3E-387C663C86C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77345" y="2420889"/>
            <a:ext cx="3821286" cy="3965486"/>
          </a:xfrm>
          <a:prstGeom prst="rect">
            <a:avLst/>
          </a:prstGeom>
        </p:spPr>
      </p:pic>
    </p:spTree>
    <p:extLst>
      <p:ext uri="{BB962C8B-B14F-4D97-AF65-F5344CB8AC3E}">
        <p14:creationId xmlns:p14="http://schemas.microsoft.com/office/powerpoint/2010/main" val="905633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24001" y="4"/>
            <a:ext cx="9144000" cy="720725"/>
          </a:xfrm>
        </p:spPr>
        <p:txBody>
          <a:bodyPr/>
          <a:lstStyle/>
          <a:p>
            <a:pPr algn="ctr"/>
            <a:r>
              <a:rPr lang="en-US" altLang="zh-TW" sz="3200" dirty="0" err="1">
                <a:latin typeface="Arial" panose="020B0604020202020204" pitchFamily="34" charset="0"/>
                <a:cs typeface="Arial" panose="020B0604020202020204" pitchFamily="34" charset="0"/>
              </a:rPr>
              <a:t>Tiền</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xử</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lý</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dữ</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liệu</a:t>
            </a:r>
            <a:endParaRPr lang="zh-TW" altLang="en-US" sz="3200" dirty="0">
              <a:latin typeface="Arial" panose="020B0604020202020204" pitchFamily="34" charset="0"/>
              <a:cs typeface="Arial" panose="020B0604020202020204" pitchFamily="34" charset="0"/>
            </a:endParaRPr>
          </a:p>
        </p:txBody>
      </p:sp>
      <p:sp>
        <p:nvSpPr>
          <p:cNvPr id="22" name="Rectangle 19"/>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4" name="TextBox 3">
            <a:extLst>
              <a:ext uri="{FF2B5EF4-FFF2-40B4-BE49-F238E27FC236}">
                <a16:creationId xmlns:a16="http://schemas.microsoft.com/office/drawing/2014/main" id="{0A93CC54-016F-5241-9333-1008331B3D48}"/>
              </a:ext>
            </a:extLst>
          </p:cNvPr>
          <p:cNvSpPr txBox="1"/>
          <p:nvPr/>
        </p:nvSpPr>
        <p:spPr>
          <a:xfrm>
            <a:off x="546852" y="1629890"/>
            <a:ext cx="4918091" cy="1427635"/>
          </a:xfrm>
          <a:prstGeom prst="rect">
            <a:avLst/>
          </a:prstGeom>
          <a:noFill/>
        </p:spPr>
        <p:txBody>
          <a:bodyPr wrap="square" rtlCol="0">
            <a:spAutoFit/>
          </a:bodyPr>
          <a:lstStyle/>
          <a:p>
            <a:pPr algn="just">
              <a:lnSpc>
                <a:spcPct val="150000"/>
              </a:lnSpc>
            </a:pPr>
            <a:r>
              <a:rPr lang="vi-VN" sz="2000" b="1" i="0" dirty="0">
                <a:solidFill>
                  <a:srgbClr val="1F1F1F"/>
                </a:solidFill>
                <a:effectLst/>
                <a:latin typeface="Arial" panose="020B0604020202020204" pitchFamily="34" charset="0"/>
                <a:cs typeface="Arial" panose="020B0604020202020204" pitchFamily="34" charset="0"/>
              </a:rPr>
              <a:t>Standardization</a:t>
            </a:r>
            <a:r>
              <a:rPr lang="vi-VN" sz="2000" b="0" i="0" dirty="0">
                <a:solidFill>
                  <a:srgbClr val="1F1F1F"/>
                </a:solidFill>
                <a:effectLst/>
                <a:latin typeface="Arial" panose="020B0604020202020204" pitchFamily="34" charset="0"/>
                <a:cs typeface="Arial" panose="020B0604020202020204" pitchFamily="34" charset="0"/>
              </a:rPr>
              <a:t>: là một kỹ thuật điều chỉnh trong đó các giá trị trung bình bằng 0 với độ lệch chuẩn bằng một. </a:t>
            </a:r>
            <a:endParaRPr lang="en-VN" sz="20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B956ACB-5947-654B-AA0A-372141DD0207}"/>
              </a:ext>
            </a:extLst>
          </p:cNvPr>
          <p:cNvSpPr txBox="1"/>
          <p:nvPr/>
        </p:nvSpPr>
        <p:spPr>
          <a:xfrm>
            <a:off x="546852" y="1192712"/>
            <a:ext cx="3172884" cy="400110"/>
          </a:xfrm>
          <a:prstGeom prst="rect">
            <a:avLst/>
          </a:prstGeom>
          <a:noFill/>
        </p:spPr>
        <p:txBody>
          <a:bodyPr wrap="square">
            <a:spAutoFit/>
          </a:bodyPr>
          <a:lstStyle/>
          <a:p>
            <a:pPr marL="285750" indent="-285750">
              <a:buFont typeface="Arial" panose="020B0604020202020204" pitchFamily="34" charset="0"/>
              <a:buChar char="•"/>
            </a:pPr>
            <a:r>
              <a:rPr lang="en-VN" sz="2000" b="1" dirty="0">
                <a:latin typeface="Arial" panose="020B0604020202020204" pitchFamily="34" charset="0"/>
                <a:cs typeface="Arial" panose="020B0604020202020204" pitchFamily="34" charset="0"/>
              </a:rPr>
              <a:t>Feature Scalling:</a:t>
            </a:r>
          </a:p>
        </p:txBody>
      </p:sp>
      <p:sp>
        <p:nvSpPr>
          <p:cNvPr id="10" name="TextBox 9">
            <a:extLst>
              <a:ext uri="{FF2B5EF4-FFF2-40B4-BE49-F238E27FC236}">
                <a16:creationId xmlns:a16="http://schemas.microsoft.com/office/drawing/2014/main" id="{FCDE44F7-1C17-0040-9FD8-F38DA39F7179}"/>
              </a:ext>
            </a:extLst>
          </p:cNvPr>
          <p:cNvSpPr txBox="1"/>
          <p:nvPr/>
        </p:nvSpPr>
        <p:spPr>
          <a:xfrm>
            <a:off x="6096000" y="1629890"/>
            <a:ext cx="5900038" cy="1420261"/>
          </a:xfrm>
          <a:prstGeom prst="rect">
            <a:avLst/>
          </a:prstGeom>
          <a:noFill/>
        </p:spPr>
        <p:txBody>
          <a:bodyPr wrap="square" rtlCol="0">
            <a:spAutoFit/>
          </a:bodyPr>
          <a:lstStyle/>
          <a:p>
            <a:pPr algn="just">
              <a:lnSpc>
                <a:spcPct val="150000"/>
              </a:lnSpc>
            </a:pPr>
            <a:r>
              <a:rPr lang="vi-VN" sz="2000" b="1" i="0" dirty="0">
                <a:solidFill>
                  <a:srgbClr val="1F1F1F"/>
                </a:solidFill>
                <a:effectLst/>
                <a:latin typeface="Arial" panose="020B0604020202020204" pitchFamily="34" charset="0"/>
                <a:cs typeface="Arial" panose="020B0604020202020204" pitchFamily="34" charset="0"/>
              </a:rPr>
              <a:t>Label encoder</a:t>
            </a:r>
            <a:r>
              <a:rPr lang="vi-VN" sz="2000" b="0" i="0" dirty="0">
                <a:solidFill>
                  <a:srgbClr val="1F1F1F"/>
                </a:solidFill>
                <a:effectLst/>
                <a:latin typeface="Arial" panose="020B0604020202020204" pitchFamily="34" charset="0"/>
                <a:cs typeface="Arial" panose="020B0604020202020204" pitchFamily="34" charset="0"/>
              </a:rPr>
              <a:t>: l</a:t>
            </a:r>
            <a:r>
              <a:rPr lang="en-US" sz="2000" b="0" i="0" dirty="0" err="1">
                <a:solidFill>
                  <a:srgbClr val="001D35"/>
                </a:solidFill>
                <a:effectLst/>
                <a:latin typeface="Arial" panose="020B0604020202020204" pitchFamily="34" charset="0"/>
                <a:cs typeface="Arial" panose="020B0604020202020204" pitchFamily="34" charset="0"/>
              </a:rPr>
              <a:t>à</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kỹ</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thuật</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tiền</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xử</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lý</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dữ</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liệu</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trong</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học</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máy</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dùng</a:t>
            </a:r>
            <a:r>
              <a:rPr lang="en-US" sz="2000" b="0" i="0" dirty="0">
                <a:solidFill>
                  <a:srgbClr val="001D35"/>
                </a:solidFill>
                <a:effectLst/>
                <a:latin typeface="Arial" panose="020B0604020202020204" pitchFamily="34" charset="0"/>
                <a:cs typeface="Arial" panose="020B0604020202020204" pitchFamily="34" charset="0"/>
              </a:rPr>
              <a:t> </a:t>
            </a:r>
            <a:r>
              <a:rPr lang="en-US" sz="2000" b="0" i="0" dirty="0" err="1">
                <a:solidFill>
                  <a:srgbClr val="001D35"/>
                </a:solidFill>
                <a:effectLst/>
                <a:latin typeface="Arial" panose="020B0604020202020204" pitchFamily="34" charset="0"/>
                <a:cs typeface="Arial" panose="020B0604020202020204" pitchFamily="34" charset="0"/>
              </a:rPr>
              <a:t>để</a:t>
            </a:r>
            <a:r>
              <a:rPr lang="en-US" sz="2000" i="0" dirty="0">
                <a:solidFill>
                  <a:srgbClr val="001D35"/>
                </a:solidFill>
                <a:effectLst/>
                <a:latin typeface="Arial" panose="020B0604020202020204" pitchFamily="34" charset="0"/>
                <a:cs typeface="Arial" panose="020B0604020202020204" pitchFamily="34" charset="0"/>
              </a:rPr>
              <a:t> </a:t>
            </a:r>
            <a:r>
              <a:rPr lang="en-US" sz="2000" i="0" dirty="0" err="1">
                <a:solidFill>
                  <a:srgbClr val="001D35"/>
                </a:solidFill>
                <a:effectLst/>
                <a:latin typeface="Arial" panose="020B0604020202020204" pitchFamily="34" charset="0"/>
                <a:cs typeface="Arial" panose="020B0604020202020204" pitchFamily="34" charset="0"/>
              </a:rPr>
              <a:t>chuyển</a:t>
            </a:r>
            <a:r>
              <a:rPr lang="en-US" sz="2000" i="0" dirty="0">
                <a:solidFill>
                  <a:srgbClr val="001D35"/>
                </a:solidFill>
                <a:effectLst/>
                <a:latin typeface="Arial" panose="020B0604020202020204" pitchFamily="34" charset="0"/>
                <a:cs typeface="Arial" panose="020B0604020202020204" pitchFamily="34" charset="0"/>
              </a:rPr>
              <a:t> </a:t>
            </a:r>
            <a:r>
              <a:rPr lang="en-US" sz="2000" i="0" dirty="0" err="1">
                <a:solidFill>
                  <a:srgbClr val="001D35"/>
                </a:solidFill>
                <a:effectLst/>
                <a:latin typeface="Arial" panose="020B0604020202020204" pitchFamily="34" charset="0"/>
                <a:cs typeface="Arial" panose="020B0604020202020204" pitchFamily="34" charset="0"/>
              </a:rPr>
              <a:t>đổi</a:t>
            </a:r>
            <a:r>
              <a:rPr lang="en-US" sz="2000" i="0" dirty="0">
                <a:solidFill>
                  <a:srgbClr val="001D35"/>
                </a:solidFill>
                <a:effectLst/>
                <a:latin typeface="Arial" panose="020B0604020202020204" pitchFamily="34" charset="0"/>
                <a:cs typeface="Arial" panose="020B0604020202020204" pitchFamily="34" charset="0"/>
              </a:rPr>
              <a:t> </a:t>
            </a:r>
            <a:r>
              <a:rPr lang="en-US" sz="2000" i="0" dirty="0" err="1">
                <a:solidFill>
                  <a:srgbClr val="001D35"/>
                </a:solidFill>
                <a:effectLst/>
                <a:latin typeface="Arial" panose="020B0604020202020204" pitchFamily="34" charset="0"/>
                <a:cs typeface="Arial" panose="020B0604020202020204" pitchFamily="34" charset="0"/>
              </a:rPr>
              <a:t>các</a:t>
            </a:r>
            <a:r>
              <a:rPr lang="en-US" sz="2000" i="0" dirty="0">
                <a:solidFill>
                  <a:srgbClr val="001D35"/>
                </a:solidFill>
                <a:effectLst/>
                <a:latin typeface="Arial" panose="020B0604020202020204" pitchFamily="34" charset="0"/>
                <a:cs typeface="Arial" panose="020B0604020202020204" pitchFamily="34" charset="0"/>
              </a:rPr>
              <a:t> </a:t>
            </a:r>
            <a:r>
              <a:rPr lang="en-US" sz="2000" i="0" dirty="0" err="1">
                <a:solidFill>
                  <a:srgbClr val="001D35"/>
                </a:solidFill>
                <a:effectLst/>
                <a:latin typeface="Arial" panose="020B0604020202020204" pitchFamily="34" charset="0"/>
                <a:cs typeface="Arial" panose="020B0604020202020204" pitchFamily="34" charset="0"/>
              </a:rPr>
              <a:t>biến</a:t>
            </a:r>
            <a:r>
              <a:rPr lang="en-US" sz="2000" i="0" dirty="0">
                <a:solidFill>
                  <a:srgbClr val="001D35"/>
                </a:solidFill>
                <a:effectLst/>
                <a:latin typeface="Arial" panose="020B0604020202020204" pitchFamily="34" charset="0"/>
                <a:cs typeface="Arial" panose="020B0604020202020204" pitchFamily="34" charset="0"/>
              </a:rPr>
              <a:t> </a:t>
            </a:r>
            <a:r>
              <a:rPr lang="en-US" sz="2000" i="0" dirty="0" err="1">
                <a:solidFill>
                  <a:srgbClr val="001D35"/>
                </a:solidFill>
                <a:effectLst/>
                <a:latin typeface="Arial" panose="020B0604020202020204" pitchFamily="34" charset="0"/>
                <a:cs typeface="Arial" panose="020B0604020202020204" pitchFamily="34" charset="0"/>
              </a:rPr>
              <a:t>phân</a:t>
            </a:r>
            <a:r>
              <a:rPr lang="en-US" sz="2000" i="0" dirty="0">
                <a:solidFill>
                  <a:srgbClr val="001D35"/>
                </a:solidFill>
                <a:effectLst/>
                <a:latin typeface="Arial" panose="020B0604020202020204" pitchFamily="34" charset="0"/>
                <a:cs typeface="Arial" panose="020B0604020202020204" pitchFamily="34" charset="0"/>
              </a:rPr>
              <a:t> </a:t>
            </a:r>
            <a:r>
              <a:rPr lang="en-US" sz="2000" i="0" dirty="0" err="1">
                <a:solidFill>
                  <a:srgbClr val="001D35"/>
                </a:solidFill>
                <a:effectLst/>
                <a:latin typeface="Arial" panose="020B0604020202020204" pitchFamily="34" charset="0"/>
                <a:cs typeface="Arial" panose="020B0604020202020204" pitchFamily="34" charset="0"/>
              </a:rPr>
              <a:t>loại</a:t>
            </a:r>
            <a:r>
              <a:rPr lang="en-US" sz="2000" i="0" dirty="0">
                <a:solidFill>
                  <a:srgbClr val="001D35"/>
                </a:solidFill>
                <a:effectLst/>
                <a:latin typeface="Arial" panose="020B0604020202020204" pitchFamily="34" charset="0"/>
                <a:cs typeface="Arial" panose="020B0604020202020204" pitchFamily="34" charset="0"/>
              </a:rPr>
              <a:t> (categorical) </a:t>
            </a:r>
            <a:r>
              <a:rPr lang="en-US" sz="2000" i="0" dirty="0" err="1">
                <a:solidFill>
                  <a:srgbClr val="001D35"/>
                </a:solidFill>
                <a:effectLst/>
                <a:latin typeface="Arial" panose="020B0604020202020204" pitchFamily="34" charset="0"/>
                <a:cs typeface="Arial" panose="020B0604020202020204" pitchFamily="34" charset="0"/>
              </a:rPr>
              <a:t>thành</a:t>
            </a:r>
            <a:r>
              <a:rPr lang="en-US" sz="2000" i="0" dirty="0">
                <a:solidFill>
                  <a:srgbClr val="001D35"/>
                </a:solidFill>
                <a:effectLst/>
                <a:latin typeface="Arial" panose="020B0604020202020204" pitchFamily="34" charset="0"/>
                <a:cs typeface="Arial" panose="020B0604020202020204" pitchFamily="34" charset="0"/>
              </a:rPr>
              <a:t> </a:t>
            </a:r>
            <a:r>
              <a:rPr lang="en-US" sz="2000" i="0" dirty="0" err="1">
                <a:solidFill>
                  <a:srgbClr val="001D35"/>
                </a:solidFill>
                <a:effectLst/>
                <a:latin typeface="Arial" panose="020B0604020202020204" pitchFamily="34" charset="0"/>
                <a:cs typeface="Arial" panose="020B0604020202020204" pitchFamily="34" charset="0"/>
              </a:rPr>
              <a:t>dạng</a:t>
            </a:r>
            <a:r>
              <a:rPr lang="en-US" sz="2000" i="0" dirty="0">
                <a:solidFill>
                  <a:srgbClr val="001D35"/>
                </a:solidFill>
                <a:effectLst/>
                <a:latin typeface="Arial" panose="020B0604020202020204" pitchFamily="34" charset="0"/>
                <a:cs typeface="Arial" panose="020B0604020202020204" pitchFamily="34" charset="0"/>
              </a:rPr>
              <a:t> </a:t>
            </a:r>
            <a:r>
              <a:rPr lang="en-US" sz="2000" i="0" dirty="0" err="1">
                <a:solidFill>
                  <a:srgbClr val="001D35"/>
                </a:solidFill>
                <a:effectLst/>
                <a:latin typeface="Arial" panose="020B0604020202020204" pitchFamily="34" charset="0"/>
                <a:cs typeface="Arial" panose="020B0604020202020204" pitchFamily="34" charset="0"/>
              </a:rPr>
              <a:t>số</a:t>
            </a:r>
            <a:r>
              <a:rPr lang="en-US" sz="2000" i="0" dirty="0">
                <a:solidFill>
                  <a:srgbClr val="001D35"/>
                </a:solidFill>
                <a:effectLst/>
                <a:latin typeface="Arial" panose="020B0604020202020204" pitchFamily="34" charset="0"/>
                <a:cs typeface="Arial" panose="020B0604020202020204" pitchFamily="34" charset="0"/>
              </a:rPr>
              <a:t> </a:t>
            </a:r>
            <a:r>
              <a:rPr lang="en-US" sz="2000" i="0" dirty="0" err="1">
                <a:solidFill>
                  <a:srgbClr val="001D35"/>
                </a:solidFill>
                <a:effectLst/>
                <a:latin typeface="Arial" panose="020B0604020202020204" pitchFamily="34" charset="0"/>
                <a:cs typeface="Arial" panose="020B0604020202020204" pitchFamily="34" charset="0"/>
              </a:rPr>
              <a:t>nguyên</a:t>
            </a:r>
            <a:r>
              <a:rPr lang="en-US" sz="2000" i="0" dirty="0">
                <a:solidFill>
                  <a:srgbClr val="001D35"/>
                </a:solidFill>
                <a:effectLst/>
                <a:latin typeface="Arial" panose="020B0604020202020204" pitchFamily="34" charset="0"/>
                <a:cs typeface="Arial" panose="020B0604020202020204" pitchFamily="34" charset="0"/>
              </a:rPr>
              <a:t> (numerical)</a:t>
            </a:r>
            <a:endParaRPr lang="en-VN" sz="2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DB203D1-6943-A942-A71B-9FB69E673D98}"/>
              </a:ext>
            </a:extLst>
          </p:cNvPr>
          <p:cNvSpPr txBox="1"/>
          <p:nvPr/>
        </p:nvSpPr>
        <p:spPr>
          <a:xfrm>
            <a:off x="6070217" y="1196752"/>
            <a:ext cx="3667803" cy="400110"/>
          </a:xfrm>
          <a:prstGeom prst="rect">
            <a:avLst/>
          </a:prstGeom>
          <a:noFill/>
        </p:spPr>
        <p:txBody>
          <a:bodyPr wrap="square">
            <a:spAutoFit/>
          </a:bodyPr>
          <a:lstStyle/>
          <a:p>
            <a:pPr marL="285750" indent="-285750">
              <a:buFont typeface="Arial" panose="020B0604020202020204" pitchFamily="34" charset="0"/>
              <a:buChar char="•"/>
            </a:pPr>
            <a:r>
              <a:rPr lang="en-VN" sz="2000" b="1" dirty="0">
                <a:latin typeface="Arial" panose="020B0604020202020204" pitchFamily="34" charset="0"/>
                <a:cs typeface="Arial" panose="020B0604020202020204" pitchFamily="34" charset="0"/>
              </a:rPr>
              <a:t>Xử lý dữ liệu categorical:</a:t>
            </a:r>
          </a:p>
        </p:txBody>
      </p:sp>
      <p:pic>
        <p:nvPicPr>
          <p:cNvPr id="4098" name="Picture 2" descr="Understand the Concept of Standardization in Machine Learning -">
            <a:extLst>
              <a:ext uri="{FF2B5EF4-FFF2-40B4-BE49-F238E27FC236}">
                <a16:creationId xmlns:a16="http://schemas.microsoft.com/office/drawing/2014/main" id="{1E31B21B-628A-1B43-0CA9-7740DFD012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1424" y="3568475"/>
            <a:ext cx="4343400" cy="2443163"/>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4" descr="Label Encoding in Python - GeeksforGeeks">
            <a:extLst>
              <a:ext uri="{FF2B5EF4-FFF2-40B4-BE49-F238E27FC236}">
                <a16:creationId xmlns:a16="http://schemas.microsoft.com/office/drawing/2014/main" id="{4219F1A5-843B-B6E0-A570-19C551E71A5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7" name="Hình ảnh 6">
            <a:extLst>
              <a:ext uri="{FF2B5EF4-FFF2-40B4-BE49-F238E27FC236}">
                <a16:creationId xmlns:a16="http://schemas.microsoft.com/office/drawing/2014/main" id="{228882C6-73E5-D3C0-7DE3-AB9D2EF7A2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4032" y="3519766"/>
            <a:ext cx="5081158" cy="2540579"/>
          </a:xfrm>
          <a:prstGeom prst="rect">
            <a:avLst/>
          </a:prstGeom>
        </p:spPr>
      </p:pic>
    </p:spTree>
    <p:extLst>
      <p:ext uri="{BB962C8B-B14F-4D97-AF65-F5344CB8AC3E}">
        <p14:creationId xmlns:p14="http://schemas.microsoft.com/office/powerpoint/2010/main" val="809582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6F644FE-14FE-6BE8-0705-C320B64DD079}"/>
              </a:ext>
            </a:extLst>
          </p:cNvPr>
          <p:cNvSpPr>
            <a:spLocks noGrp="1"/>
          </p:cNvSpPr>
          <p:nvPr>
            <p:ph type="title"/>
          </p:nvPr>
        </p:nvSpPr>
        <p:spPr/>
        <p:txBody>
          <a:bodyPr>
            <a:normAutofit/>
          </a:bodyPr>
          <a:lstStyle/>
          <a:p>
            <a:pPr algn="ctr"/>
            <a:r>
              <a:rPr lang="vi-VN" sz="2800" dirty="0"/>
              <a:t>Xử lý dữ liệu mất cân bằng</a:t>
            </a:r>
          </a:p>
        </p:txBody>
      </p:sp>
      <p:sp>
        <p:nvSpPr>
          <p:cNvPr id="3" name="Chỗ dành sẵn cho Nội dung 2">
            <a:extLst>
              <a:ext uri="{FF2B5EF4-FFF2-40B4-BE49-F238E27FC236}">
                <a16:creationId xmlns:a16="http://schemas.microsoft.com/office/drawing/2014/main" id="{0B96B9E2-0A67-B469-0C2B-D17B877D263E}"/>
              </a:ext>
            </a:extLst>
          </p:cNvPr>
          <p:cNvSpPr>
            <a:spLocks noGrp="1"/>
          </p:cNvSpPr>
          <p:nvPr>
            <p:ph idx="1"/>
          </p:nvPr>
        </p:nvSpPr>
        <p:spPr>
          <a:xfrm>
            <a:off x="911424" y="1682482"/>
            <a:ext cx="4104456" cy="3888432"/>
          </a:xfrm>
        </p:spPr>
        <p:txBody>
          <a:bodyPr/>
          <a:lstStyle/>
          <a:p>
            <a:pPr marL="0" indent="0">
              <a:buNone/>
            </a:pPr>
            <a:r>
              <a:rPr lang="vi-VN" sz="2300" b="1" dirty="0" err="1">
                <a:cs typeface="Arial" panose="020B0604020202020204" pitchFamily="34" charset="0"/>
              </a:rPr>
              <a:t>Smote</a:t>
            </a:r>
            <a:r>
              <a:rPr lang="vi-VN" sz="2300" b="1" dirty="0">
                <a:cs typeface="Arial" panose="020B0604020202020204" pitchFamily="34" charset="0"/>
              </a:rPr>
              <a:t>: </a:t>
            </a:r>
            <a:r>
              <a:rPr lang="vi-VN" sz="2000" dirty="0"/>
              <a:t>là viết tắt của </a:t>
            </a:r>
            <a:r>
              <a:rPr lang="vi-VN" sz="2000" dirty="0" err="1"/>
              <a:t>Synthetic</a:t>
            </a:r>
            <a:r>
              <a:rPr lang="vi-VN" sz="2000" dirty="0"/>
              <a:t> </a:t>
            </a:r>
            <a:r>
              <a:rPr lang="vi-VN" sz="2000" dirty="0" err="1"/>
              <a:t>Minority</a:t>
            </a:r>
            <a:r>
              <a:rPr lang="vi-VN" sz="2000" dirty="0"/>
              <a:t> </a:t>
            </a:r>
            <a:r>
              <a:rPr lang="vi-VN" sz="2000" dirty="0" err="1"/>
              <a:t>Oversampling</a:t>
            </a:r>
            <a:r>
              <a:rPr lang="vi-VN" sz="2000" dirty="0"/>
              <a:t> </a:t>
            </a:r>
            <a:r>
              <a:rPr lang="vi-VN" sz="2000" dirty="0" err="1"/>
              <a:t>Technique</a:t>
            </a:r>
            <a:r>
              <a:rPr lang="vi-VN" sz="2000" dirty="0"/>
              <a:t> (Kỹ thuật lấy mẫu quá mức cho nhóm thiểu số tổng hợp). Đây là một kỹ thuật được sử dụng trong học máy để giải quyết vấn đề tập dữ liệu không cân bằng.</a:t>
            </a:r>
            <a:r>
              <a:rPr lang="vi-VN" sz="2000" dirty="0">
                <a:cs typeface="Arial" panose="020B0604020202020204" pitchFamily="34" charset="0"/>
              </a:rPr>
              <a:t> </a:t>
            </a:r>
          </a:p>
          <a:p>
            <a:pPr marL="0" indent="0">
              <a:buNone/>
            </a:pPr>
            <a:endParaRPr lang="vi-VN" dirty="0"/>
          </a:p>
        </p:txBody>
      </p:sp>
      <p:pic>
        <p:nvPicPr>
          <p:cNvPr id="1028" name="Picture 4" descr="Handling Imbalanced Datasets in Machine Learning: SMOTE, Oversampling &amp;  Undersampling Explained | by Abinaya Subramaniam | Towards AI">
            <a:extLst>
              <a:ext uri="{FF2B5EF4-FFF2-40B4-BE49-F238E27FC236}">
                <a16:creationId xmlns:a16="http://schemas.microsoft.com/office/drawing/2014/main" id="{29E343A8-E11B-640A-577A-5D7968E121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3952" y="1944841"/>
            <a:ext cx="6236841"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051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24001" y="4"/>
            <a:ext cx="9144000" cy="720725"/>
          </a:xfrm>
        </p:spPr>
        <p:txBody>
          <a:bodyPr/>
          <a:lstStyle/>
          <a:p>
            <a:pPr algn="ctr"/>
            <a:r>
              <a:rPr lang="en-US" altLang="zh-TW" sz="3200" dirty="0" err="1">
                <a:latin typeface="Arial" panose="020B0604020202020204" pitchFamily="34" charset="0"/>
                <a:cs typeface="Arial" panose="020B0604020202020204" pitchFamily="34" charset="0"/>
              </a:rPr>
              <a:t>Đánh</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giá</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mô</a:t>
            </a:r>
            <a:r>
              <a:rPr lang="en-US" altLang="zh-TW" sz="3200" dirty="0">
                <a:latin typeface="Arial" panose="020B0604020202020204" pitchFamily="34" charset="0"/>
                <a:cs typeface="Arial" panose="020B0604020202020204" pitchFamily="34" charset="0"/>
              </a:rPr>
              <a:t> </a:t>
            </a:r>
            <a:r>
              <a:rPr lang="en-US" altLang="zh-TW" sz="3200" dirty="0" err="1">
                <a:latin typeface="Arial" panose="020B0604020202020204" pitchFamily="34" charset="0"/>
                <a:cs typeface="Arial" panose="020B0604020202020204" pitchFamily="34" charset="0"/>
              </a:rPr>
              <a:t>hình</a:t>
            </a:r>
            <a:endParaRPr lang="zh-TW" altLang="en-US" sz="3200" dirty="0">
              <a:latin typeface="Arial" panose="020B0604020202020204" pitchFamily="34" charset="0"/>
              <a:cs typeface="Arial" panose="020B0604020202020204" pitchFamily="34" charset="0"/>
            </a:endParaRPr>
          </a:p>
        </p:txBody>
      </p:sp>
      <p:sp>
        <p:nvSpPr>
          <p:cNvPr id="22" name="Rectangle 19"/>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3" name="Table 3">
            <a:extLst>
              <a:ext uri="{FF2B5EF4-FFF2-40B4-BE49-F238E27FC236}">
                <a16:creationId xmlns:a16="http://schemas.microsoft.com/office/drawing/2014/main" id="{D8E95874-8549-404B-AEA0-30FD85074C0C}"/>
              </a:ext>
            </a:extLst>
          </p:cNvPr>
          <p:cNvGraphicFramePr>
            <a:graphicFrameLocks noGrp="1"/>
          </p:cNvGraphicFramePr>
          <p:nvPr>
            <p:extLst>
              <p:ext uri="{D42A27DB-BD31-4B8C-83A1-F6EECF244321}">
                <p14:modId xmlns:p14="http://schemas.microsoft.com/office/powerpoint/2010/main" val="233433102"/>
              </p:ext>
            </p:extLst>
          </p:nvPr>
        </p:nvGraphicFramePr>
        <p:xfrm>
          <a:off x="2459596" y="2179320"/>
          <a:ext cx="7272808" cy="179832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852834890"/>
                    </a:ext>
                  </a:extLst>
                </a:gridCol>
                <a:gridCol w="1512168">
                  <a:extLst>
                    <a:ext uri="{9D8B030D-6E8A-4147-A177-3AD203B41FA5}">
                      <a16:colId xmlns:a16="http://schemas.microsoft.com/office/drawing/2014/main" val="4126359815"/>
                    </a:ext>
                  </a:extLst>
                </a:gridCol>
                <a:gridCol w="1440160">
                  <a:extLst>
                    <a:ext uri="{9D8B030D-6E8A-4147-A177-3AD203B41FA5}">
                      <a16:colId xmlns:a16="http://schemas.microsoft.com/office/drawing/2014/main" val="1829300634"/>
                    </a:ext>
                  </a:extLst>
                </a:gridCol>
                <a:gridCol w="1368152">
                  <a:extLst>
                    <a:ext uri="{9D8B030D-6E8A-4147-A177-3AD203B41FA5}">
                      <a16:colId xmlns:a16="http://schemas.microsoft.com/office/drawing/2014/main" val="113719428"/>
                    </a:ext>
                  </a:extLst>
                </a:gridCol>
                <a:gridCol w="1368152">
                  <a:extLst>
                    <a:ext uri="{9D8B030D-6E8A-4147-A177-3AD203B41FA5}">
                      <a16:colId xmlns:a16="http://schemas.microsoft.com/office/drawing/2014/main" val="831270328"/>
                    </a:ext>
                  </a:extLst>
                </a:gridCol>
              </a:tblGrid>
              <a:tr h="370840">
                <a:tc>
                  <a:txBody>
                    <a:bodyPr/>
                    <a:lstStyle/>
                    <a:p>
                      <a:pPr algn="ctr"/>
                      <a:r>
                        <a:rPr lang="en-VN" sz="2000" dirty="0">
                          <a:solidFill>
                            <a:schemeClr val="tx1"/>
                          </a:solidFill>
                          <a:latin typeface="Arial" panose="020B0604020202020204" pitchFamily="34" charset="0"/>
                          <a:cs typeface="Arial" panose="020B0604020202020204" pitchFamily="34" charset="0"/>
                        </a:rPr>
                        <a:t>Model        </a:t>
                      </a:r>
                    </a:p>
                  </a:txBody>
                  <a:tcPr anchor="ctr"/>
                </a:tc>
                <a:tc>
                  <a:txBody>
                    <a:bodyPr/>
                    <a:lstStyle/>
                    <a:p>
                      <a:pPr algn="ctr"/>
                      <a:r>
                        <a:rPr lang="en-VN" sz="2000" dirty="0">
                          <a:solidFill>
                            <a:schemeClr val="tx1"/>
                          </a:solidFill>
                          <a:latin typeface="Arial" panose="020B0604020202020204" pitchFamily="34" charset="0"/>
                          <a:cs typeface="Arial" panose="020B0604020202020204" pitchFamily="34" charset="0"/>
                        </a:rPr>
                        <a:t>Accuracy</a:t>
                      </a:r>
                    </a:p>
                  </a:txBody>
                  <a:tcPr anchor="ctr"/>
                </a:tc>
                <a:tc>
                  <a:txBody>
                    <a:bodyPr/>
                    <a:lstStyle/>
                    <a:p>
                      <a:pPr algn="ctr"/>
                      <a:r>
                        <a:rPr lang="en-VN" sz="2000" dirty="0">
                          <a:solidFill>
                            <a:schemeClr val="tx1"/>
                          </a:solidFill>
                          <a:latin typeface="Arial" panose="020B0604020202020204" pitchFamily="34" charset="0"/>
                          <a:cs typeface="Arial" panose="020B0604020202020204" pitchFamily="34" charset="0"/>
                        </a:rPr>
                        <a:t>Precision</a:t>
                      </a:r>
                    </a:p>
                  </a:txBody>
                  <a:tcPr anchor="ctr"/>
                </a:tc>
                <a:tc>
                  <a:txBody>
                    <a:bodyPr/>
                    <a:lstStyle/>
                    <a:p>
                      <a:pPr algn="ctr"/>
                      <a:r>
                        <a:rPr lang="en-VN" sz="2000" dirty="0">
                          <a:solidFill>
                            <a:schemeClr val="tx1"/>
                          </a:solidFill>
                          <a:latin typeface="Arial" panose="020B0604020202020204" pitchFamily="34" charset="0"/>
                          <a:cs typeface="Arial" panose="020B0604020202020204" pitchFamily="34" charset="0"/>
                        </a:rPr>
                        <a:t>Recall</a:t>
                      </a:r>
                    </a:p>
                  </a:txBody>
                  <a:tcPr anchor="ctr"/>
                </a:tc>
                <a:tc>
                  <a:txBody>
                    <a:bodyPr/>
                    <a:lstStyle/>
                    <a:p>
                      <a:pPr algn="ctr"/>
                      <a:r>
                        <a:rPr lang="en-VN" sz="2000" dirty="0">
                          <a:solidFill>
                            <a:schemeClr val="tx1"/>
                          </a:solidFill>
                          <a:latin typeface="Arial" panose="020B0604020202020204" pitchFamily="34" charset="0"/>
                          <a:cs typeface="Arial" panose="020B0604020202020204" pitchFamily="34" charset="0"/>
                        </a:rPr>
                        <a:t>F1</a:t>
                      </a:r>
                    </a:p>
                  </a:txBody>
                  <a:tcPr anchor="ctr"/>
                </a:tc>
                <a:extLst>
                  <a:ext uri="{0D108BD9-81ED-4DB2-BD59-A6C34878D82A}">
                    <a16:rowId xmlns:a16="http://schemas.microsoft.com/office/drawing/2014/main" val="70852107"/>
                  </a:ext>
                </a:extLst>
              </a:tr>
              <a:tr h="370840">
                <a:tc>
                  <a:txBody>
                    <a:bodyPr/>
                    <a:lstStyle/>
                    <a:p>
                      <a:r>
                        <a:rPr lang="en-VN" sz="2000" dirty="0">
                          <a:solidFill>
                            <a:schemeClr val="tx1"/>
                          </a:solidFill>
                          <a:latin typeface="Arial" panose="020B0604020202020204" pitchFamily="34" charset="0"/>
                          <a:cs typeface="Arial" panose="020B0604020202020204" pitchFamily="34" charset="0"/>
                        </a:rPr>
                        <a:t>Logistic Regression</a:t>
                      </a:r>
                    </a:p>
                  </a:txBody>
                  <a:tcPr anchor="ctr"/>
                </a:tc>
                <a:tc>
                  <a:txBody>
                    <a:bodyPr/>
                    <a:lstStyle/>
                    <a:p>
                      <a:r>
                        <a:rPr lang="en-VN" sz="2000" dirty="0">
                          <a:solidFill>
                            <a:schemeClr val="tx1"/>
                          </a:solidFill>
                          <a:latin typeface="Arial" panose="020B0604020202020204" pitchFamily="34" charset="0"/>
                          <a:cs typeface="Arial" panose="020B0604020202020204" pitchFamily="34" charset="0"/>
                        </a:rPr>
                        <a:t>0,</a:t>
                      </a:r>
                      <a:r>
                        <a:rPr lang="vi-VN" sz="2000" dirty="0">
                          <a:solidFill>
                            <a:schemeClr val="tx1"/>
                          </a:solidFill>
                          <a:latin typeface="Arial" panose="020B0604020202020204" pitchFamily="34" charset="0"/>
                          <a:cs typeface="Arial" panose="020B0604020202020204" pitchFamily="34" charset="0"/>
                        </a:rPr>
                        <a:t>86</a:t>
                      </a:r>
                      <a:endParaRPr lang="en-VN" sz="2000" dirty="0">
                        <a:solidFill>
                          <a:schemeClr val="tx1"/>
                        </a:solidFill>
                        <a:latin typeface="Arial" panose="020B0604020202020204" pitchFamily="34" charset="0"/>
                        <a:cs typeface="Arial" panose="020B0604020202020204" pitchFamily="34" charset="0"/>
                      </a:endParaRPr>
                    </a:p>
                  </a:txBody>
                  <a:tcPr anchor="ctr"/>
                </a:tc>
                <a:tc>
                  <a:txBody>
                    <a:bodyPr/>
                    <a:lstStyle/>
                    <a:p>
                      <a:r>
                        <a:rPr lang="en-VN" sz="2000" dirty="0">
                          <a:solidFill>
                            <a:schemeClr val="tx1"/>
                          </a:solidFill>
                          <a:latin typeface="Arial" panose="020B0604020202020204" pitchFamily="34" charset="0"/>
                          <a:cs typeface="Arial" panose="020B0604020202020204" pitchFamily="34" charset="0"/>
                        </a:rPr>
                        <a:t>0,</a:t>
                      </a:r>
                      <a:r>
                        <a:rPr lang="vi-VN" sz="2000" dirty="0">
                          <a:solidFill>
                            <a:schemeClr val="tx1"/>
                          </a:solidFill>
                          <a:latin typeface="Arial" panose="020B0604020202020204" pitchFamily="34" charset="0"/>
                          <a:cs typeface="Arial" panose="020B0604020202020204" pitchFamily="34" charset="0"/>
                        </a:rPr>
                        <a:t>47</a:t>
                      </a:r>
                      <a:endParaRPr lang="en-VN" sz="2000" dirty="0">
                        <a:solidFill>
                          <a:schemeClr val="tx1"/>
                        </a:solidFill>
                        <a:latin typeface="Arial" panose="020B0604020202020204" pitchFamily="34" charset="0"/>
                        <a:cs typeface="Arial" panose="020B0604020202020204" pitchFamily="34" charset="0"/>
                      </a:endParaRPr>
                    </a:p>
                  </a:txBody>
                  <a:tcPr anchor="ctr"/>
                </a:tc>
                <a:tc>
                  <a:txBody>
                    <a:bodyPr/>
                    <a:lstStyle/>
                    <a:p>
                      <a:r>
                        <a:rPr lang="en-VN" sz="2000" dirty="0">
                          <a:solidFill>
                            <a:schemeClr val="tx1"/>
                          </a:solidFill>
                          <a:latin typeface="Arial" panose="020B0604020202020204" pitchFamily="34" charset="0"/>
                          <a:cs typeface="Arial" panose="020B0604020202020204" pitchFamily="34" charset="0"/>
                        </a:rPr>
                        <a:t>0,</a:t>
                      </a:r>
                      <a:r>
                        <a:rPr lang="vi-VN" sz="2000" dirty="0">
                          <a:solidFill>
                            <a:schemeClr val="tx1"/>
                          </a:solidFill>
                          <a:latin typeface="Arial" panose="020B0604020202020204" pitchFamily="34" charset="0"/>
                          <a:cs typeface="Arial" panose="020B0604020202020204" pitchFamily="34" charset="0"/>
                        </a:rPr>
                        <a:t>51</a:t>
                      </a:r>
                      <a:endParaRPr lang="en-VN" sz="2000" dirty="0">
                        <a:solidFill>
                          <a:schemeClr val="tx1"/>
                        </a:solidFill>
                        <a:latin typeface="Arial" panose="020B0604020202020204" pitchFamily="34" charset="0"/>
                        <a:cs typeface="Arial" panose="020B0604020202020204" pitchFamily="34" charset="0"/>
                      </a:endParaRPr>
                    </a:p>
                  </a:txBody>
                  <a:tcPr anchor="ctr"/>
                </a:tc>
                <a:tc>
                  <a:txBody>
                    <a:bodyPr/>
                    <a:lstStyle/>
                    <a:p>
                      <a:r>
                        <a:rPr lang="en-VN" sz="2000" dirty="0">
                          <a:solidFill>
                            <a:schemeClr val="tx1"/>
                          </a:solidFill>
                          <a:latin typeface="Arial" panose="020B0604020202020204" pitchFamily="34" charset="0"/>
                          <a:cs typeface="Arial" panose="020B0604020202020204" pitchFamily="34" charset="0"/>
                        </a:rPr>
                        <a:t>0,</a:t>
                      </a:r>
                      <a:r>
                        <a:rPr lang="vi-VN" sz="2000" dirty="0">
                          <a:solidFill>
                            <a:schemeClr val="tx1"/>
                          </a:solidFill>
                          <a:latin typeface="Arial" panose="020B0604020202020204" pitchFamily="34" charset="0"/>
                          <a:cs typeface="Arial" panose="020B0604020202020204" pitchFamily="34" charset="0"/>
                        </a:rPr>
                        <a:t>49</a:t>
                      </a:r>
                      <a:endParaRPr lang="en-VN" sz="2000"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587120346"/>
                  </a:ext>
                </a:extLst>
              </a:tr>
              <a:tr h="370840">
                <a:tc>
                  <a:txBody>
                    <a:bodyPr/>
                    <a:lstStyle/>
                    <a:p>
                      <a:r>
                        <a:rPr lang="en-VN" sz="2000" dirty="0">
                          <a:solidFill>
                            <a:schemeClr val="tx1"/>
                          </a:solidFill>
                          <a:latin typeface="Arial" panose="020B0604020202020204" pitchFamily="34" charset="0"/>
                          <a:cs typeface="Arial" panose="020B0604020202020204" pitchFamily="34" charset="0"/>
                        </a:rPr>
                        <a:t>Random Forest</a:t>
                      </a:r>
                    </a:p>
                  </a:txBody>
                  <a:tcPr anchor="ctr"/>
                </a:tc>
                <a:tc>
                  <a:txBody>
                    <a:bodyPr/>
                    <a:lstStyle/>
                    <a:p>
                      <a:r>
                        <a:rPr lang="en-VN" sz="2000" dirty="0">
                          <a:solidFill>
                            <a:schemeClr val="tx1"/>
                          </a:solidFill>
                          <a:latin typeface="Arial" panose="020B0604020202020204" pitchFamily="34" charset="0"/>
                          <a:cs typeface="Arial" panose="020B0604020202020204" pitchFamily="34" charset="0"/>
                        </a:rPr>
                        <a:t>0,</a:t>
                      </a:r>
                      <a:r>
                        <a:rPr lang="vi-VN" sz="2000" dirty="0">
                          <a:solidFill>
                            <a:schemeClr val="tx1"/>
                          </a:solidFill>
                          <a:latin typeface="Arial" panose="020B0604020202020204" pitchFamily="34" charset="0"/>
                          <a:cs typeface="Arial" panose="020B0604020202020204" pitchFamily="34" charset="0"/>
                        </a:rPr>
                        <a:t>87</a:t>
                      </a:r>
                      <a:endParaRPr lang="en-VN" sz="2000" dirty="0">
                        <a:solidFill>
                          <a:schemeClr val="tx1"/>
                        </a:solidFill>
                        <a:latin typeface="Arial" panose="020B0604020202020204" pitchFamily="34" charset="0"/>
                        <a:cs typeface="Arial" panose="020B0604020202020204" pitchFamily="34" charset="0"/>
                      </a:endParaRPr>
                    </a:p>
                  </a:txBody>
                  <a:tcPr anchor="ctr"/>
                </a:tc>
                <a:tc>
                  <a:txBody>
                    <a:bodyPr/>
                    <a:lstStyle/>
                    <a:p>
                      <a:r>
                        <a:rPr lang="en-VN" sz="2000" dirty="0">
                          <a:solidFill>
                            <a:schemeClr val="tx1"/>
                          </a:solidFill>
                          <a:latin typeface="Arial" panose="020B0604020202020204" pitchFamily="34" charset="0"/>
                          <a:cs typeface="Arial" panose="020B0604020202020204" pitchFamily="34" charset="0"/>
                        </a:rPr>
                        <a:t>0,</a:t>
                      </a:r>
                      <a:r>
                        <a:rPr lang="vi-VN" sz="2000" dirty="0">
                          <a:solidFill>
                            <a:schemeClr val="tx1"/>
                          </a:solidFill>
                          <a:latin typeface="Arial" panose="020B0604020202020204" pitchFamily="34" charset="0"/>
                          <a:cs typeface="Arial" panose="020B0604020202020204" pitchFamily="34" charset="0"/>
                        </a:rPr>
                        <a:t>56</a:t>
                      </a:r>
                      <a:endParaRPr lang="en-VN" sz="2000" dirty="0">
                        <a:solidFill>
                          <a:schemeClr val="tx1"/>
                        </a:solidFill>
                        <a:latin typeface="Arial" panose="020B0604020202020204" pitchFamily="34" charset="0"/>
                        <a:cs typeface="Arial" panose="020B0604020202020204" pitchFamily="34" charset="0"/>
                      </a:endParaRPr>
                    </a:p>
                  </a:txBody>
                  <a:tcPr anchor="ctr"/>
                </a:tc>
                <a:tc>
                  <a:txBody>
                    <a:bodyPr/>
                    <a:lstStyle/>
                    <a:p>
                      <a:r>
                        <a:rPr lang="en-VN" sz="2000" dirty="0">
                          <a:solidFill>
                            <a:schemeClr val="tx1"/>
                          </a:solidFill>
                          <a:latin typeface="Arial" panose="020B0604020202020204" pitchFamily="34" charset="0"/>
                          <a:cs typeface="Arial" panose="020B0604020202020204" pitchFamily="34" charset="0"/>
                        </a:rPr>
                        <a:t>0,</a:t>
                      </a:r>
                      <a:r>
                        <a:rPr lang="vi-VN" sz="2000" dirty="0">
                          <a:solidFill>
                            <a:schemeClr val="tx1"/>
                          </a:solidFill>
                          <a:latin typeface="Arial" panose="020B0604020202020204" pitchFamily="34" charset="0"/>
                          <a:cs typeface="Arial" panose="020B0604020202020204" pitchFamily="34" charset="0"/>
                        </a:rPr>
                        <a:t>23</a:t>
                      </a:r>
                      <a:endParaRPr lang="en-VN" sz="2000" dirty="0">
                        <a:solidFill>
                          <a:schemeClr val="tx1"/>
                        </a:solidFill>
                        <a:latin typeface="Arial" panose="020B0604020202020204" pitchFamily="34" charset="0"/>
                        <a:cs typeface="Arial" panose="020B0604020202020204" pitchFamily="34" charset="0"/>
                      </a:endParaRPr>
                    </a:p>
                  </a:txBody>
                  <a:tcPr anchor="ctr"/>
                </a:tc>
                <a:tc>
                  <a:txBody>
                    <a:bodyPr/>
                    <a:lstStyle/>
                    <a:p>
                      <a:r>
                        <a:rPr lang="en-VN" sz="2000" dirty="0">
                          <a:solidFill>
                            <a:schemeClr val="tx1"/>
                          </a:solidFill>
                          <a:latin typeface="Arial" panose="020B0604020202020204" pitchFamily="34" charset="0"/>
                          <a:cs typeface="Arial" panose="020B0604020202020204" pitchFamily="34" charset="0"/>
                        </a:rPr>
                        <a:t>0,</a:t>
                      </a:r>
                      <a:r>
                        <a:rPr lang="vi-VN" sz="2000" dirty="0">
                          <a:solidFill>
                            <a:schemeClr val="tx1"/>
                          </a:solidFill>
                          <a:latin typeface="Arial" panose="020B0604020202020204" pitchFamily="34" charset="0"/>
                          <a:cs typeface="Arial" panose="020B0604020202020204" pitchFamily="34" charset="0"/>
                        </a:rPr>
                        <a:t>32</a:t>
                      </a:r>
                      <a:endParaRPr lang="en-VN" sz="2000"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507221461"/>
                  </a:ext>
                </a:extLst>
              </a:tr>
            </a:tbl>
          </a:graphicData>
        </a:graphic>
      </p:graphicFrame>
    </p:spTree>
    <p:extLst>
      <p:ext uri="{BB962C8B-B14F-4D97-AF65-F5344CB8AC3E}">
        <p14:creationId xmlns:p14="http://schemas.microsoft.com/office/powerpoint/2010/main" val="2570925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5BF2586-78BE-0081-75AD-F9A40299F575}"/>
              </a:ext>
            </a:extLst>
          </p:cNvPr>
          <p:cNvSpPr>
            <a:spLocks noGrp="1"/>
          </p:cNvSpPr>
          <p:nvPr>
            <p:ph type="title"/>
          </p:nvPr>
        </p:nvSpPr>
        <p:spPr>
          <a:xfrm>
            <a:off x="2999656" y="2348880"/>
            <a:ext cx="5976664" cy="1325563"/>
          </a:xfrm>
        </p:spPr>
        <p:txBody>
          <a:bodyPr/>
          <a:lstStyle/>
          <a:p>
            <a:r>
              <a:rPr lang="en-US" dirty="0"/>
              <a:t>Demo </a:t>
            </a:r>
            <a:r>
              <a:rPr lang="vi-VN" dirty="0"/>
              <a:t>chương trình</a:t>
            </a:r>
          </a:p>
        </p:txBody>
      </p:sp>
    </p:spTree>
    <p:extLst>
      <p:ext uri="{BB962C8B-B14F-4D97-AF65-F5344CB8AC3E}">
        <p14:creationId xmlns:p14="http://schemas.microsoft.com/office/powerpoint/2010/main" val="2728194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897363" y="1449426"/>
            <a:ext cx="7668345" cy="720725"/>
          </a:xfrm>
        </p:spPr>
        <p:txBody>
          <a:bodyPr/>
          <a:lstStyle/>
          <a:p>
            <a:r>
              <a:rPr lang="en-US" altLang="zh-TW" dirty="0">
                <a:solidFill>
                  <a:schemeClr val="bg1"/>
                </a:solidFill>
              </a:rPr>
              <a:t>The End</a:t>
            </a:r>
            <a:endParaRPr lang="zh-TW" altLang="en-US" dirty="0">
              <a:solidFill>
                <a:schemeClr val="bg1"/>
              </a:solidFill>
            </a:endParaRPr>
          </a:p>
        </p:txBody>
      </p:sp>
      <p:sp>
        <p:nvSpPr>
          <p:cNvPr id="3" name="內容版面配置區 2"/>
          <p:cNvSpPr>
            <a:spLocks noGrp="1"/>
          </p:cNvSpPr>
          <p:nvPr>
            <p:ph idx="1"/>
          </p:nvPr>
        </p:nvSpPr>
        <p:spPr/>
        <p:txBody>
          <a:bodyPr/>
          <a:lstStyle/>
          <a:p>
            <a:endParaRPr lang="en-US" altLang="zh-TW" dirty="0"/>
          </a:p>
          <a:p>
            <a:endParaRPr lang="zh-TW" altLang="en-US" dirty="0">
              <a:solidFill>
                <a:schemeClr val="bg1">
                  <a:lumMod val="50000"/>
                </a:schemeClr>
              </a:solidFill>
            </a:endParaRPr>
          </a:p>
        </p:txBody>
      </p:sp>
      <p:sp>
        <p:nvSpPr>
          <p:cNvPr id="9" name="WordArt 7"/>
          <p:cNvSpPr>
            <a:spLocks noChangeArrowheads="1" noChangeShapeType="1" noTextEdit="1"/>
          </p:cNvSpPr>
          <p:nvPr/>
        </p:nvSpPr>
        <p:spPr bwMode="gray">
          <a:xfrm>
            <a:off x="3276601" y="2286001"/>
            <a:ext cx="5486400" cy="1447800"/>
          </a:xfrm>
          <a:prstGeom prst="rect">
            <a:avLst/>
          </a:prstGeom>
        </p:spPr>
        <p:txBody>
          <a:bodyPr wrap="none" fromWordArt="1">
            <a:prstTxWarp prst="textDeflate">
              <a:avLst>
                <a:gd name="adj" fmla="val 26227"/>
              </a:avLst>
            </a:prstTxWarp>
          </a:bodyPr>
          <a:lstStyle/>
          <a:p>
            <a:pPr algn="ctr"/>
            <a:r>
              <a:rPr lang="en-US" sz="5400" b="1" kern="10" dirty="0">
                <a:ln w="28575">
                  <a:solidFill>
                    <a:schemeClr val="tx1"/>
                  </a:solidFill>
                  <a:round/>
                  <a:headEnd/>
                  <a:tailEnd/>
                </a:ln>
                <a:solidFill>
                  <a:srgbClr val="92D050"/>
                </a:solidFill>
                <a:effectLst>
                  <a:outerShdw dist="107763" dir="2700000" algn="ctr" rotWithShape="0">
                    <a:srgbClr val="000000">
                      <a:alpha val="50000"/>
                    </a:srgbClr>
                  </a:outerShdw>
                </a:effectLst>
                <a:latin typeface="Arial" panose="020B0604020202020204" pitchFamily="34" charset="0"/>
                <a:ea typeface="Verdana" panose="020B0604030504040204" pitchFamily="34" charset="0"/>
                <a:cs typeface="Arial" panose="020B0604020202020204" pitchFamily="34" charset="0"/>
              </a:rPr>
              <a:t>Thank You !</a:t>
            </a:r>
          </a:p>
        </p:txBody>
      </p:sp>
      <p:sp>
        <p:nvSpPr>
          <p:cNvPr id="11" name="Rectangle 6"/>
          <p:cNvSpPr txBox="1">
            <a:spLocks noChangeArrowheads="1"/>
          </p:cNvSpPr>
          <p:nvPr/>
        </p:nvSpPr>
        <p:spPr bwMode="auto">
          <a:xfrm>
            <a:off x="3431704" y="3733823"/>
            <a:ext cx="5331296"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SzPct val="70000"/>
              <a:buFont typeface="Wingdings" pitchFamily="2" charset="2"/>
              <a:buChar char="n"/>
              <a:defRPr kumimoji="1" sz="2800">
                <a:solidFill>
                  <a:schemeClr val="tx1"/>
                </a:solidFill>
                <a:latin typeface="Times New Roman" pitchFamily="18" charset="0"/>
                <a:ea typeface="微軟正黑體" pitchFamily="34" charset="-120"/>
                <a:cs typeface="Times New Roman" pitchFamily="18" charset="0"/>
              </a:defRPr>
            </a:lvl1pPr>
            <a:lvl2pPr marL="742950" indent="-285750" algn="l" rtl="0" eaLnBrk="1" fontAlgn="base" hangingPunct="1">
              <a:spcBef>
                <a:spcPct val="20000"/>
              </a:spcBef>
              <a:spcAft>
                <a:spcPct val="0"/>
              </a:spcAft>
              <a:buChar char="–"/>
              <a:defRPr kumimoji="1" sz="2400">
                <a:solidFill>
                  <a:schemeClr val="tx1"/>
                </a:solidFill>
                <a:latin typeface="Times New Roman" pitchFamily="18" charset="0"/>
                <a:ea typeface="微軟正黑體" pitchFamily="34" charset="-120"/>
                <a:cs typeface="Times New Roman" pitchFamily="18" charset="0"/>
              </a:defRPr>
            </a:lvl2pPr>
            <a:lvl3pPr marL="1143000" indent="-228600" algn="l" rtl="0" eaLnBrk="1" fontAlgn="base" hangingPunct="1">
              <a:spcBef>
                <a:spcPct val="20000"/>
              </a:spcBef>
              <a:spcAft>
                <a:spcPct val="0"/>
              </a:spcAft>
              <a:buSzPct val="80000"/>
              <a:buFont typeface="Wingdings" pitchFamily="2" charset="2"/>
              <a:buChar char="p"/>
              <a:defRPr kumimoji="1" sz="2000">
                <a:solidFill>
                  <a:schemeClr val="tx1"/>
                </a:solidFill>
                <a:latin typeface="Times New Roman" pitchFamily="18" charset="0"/>
                <a:ea typeface="微軟正黑體" pitchFamily="34" charset="-120"/>
                <a:cs typeface="Times New Roman" pitchFamily="18" charset="0"/>
              </a:defRPr>
            </a:lvl3pPr>
            <a:lvl4pPr marL="1600200" indent="-228600" algn="l" rtl="0" eaLnBrk="1" fontAlgn="base" hangingPunct="1">
              <a:spcBef>
                <a:spcPct val="20000"/>
              </a:spcBef>
              <a:spcAft>
                <a:spcPct val="0"/>
              </a:spcAft>
              <a:buChar char="–"/>
              <a:defRPr kumimoji="1" sz="2000">
                <a:solidFill>
                  <a:schemeClr val="tx1"/>
                </a:solidFill>
                <a:latin typeface="Times New Roman" pitchFamily="18" charset="0"/>
                <a:ea typeface="微軟正黑體" pitchFamily="34" charset="-120"/>
                <a:cs typeface="Times New Roman" pitchFamily="18" charset="0"/>
              </a:defRPr>
            </a:lvl4pPr>
            <a:lvl5pPr marL="2057400" indent="-228600" algn="l" rtl="0" eaLnBrk="1" fontAlgn="base" hangingPunct="1">
              <a:spcBef>
                <a:spcPct val="20000"/>
              </a:spcBef>
              <a:spcAft>
                <a:spcPct val="0"/>
              </a:spcAft>
              <a:buChar char="»"/>
              <a:defRPr kumimoji="1" sz="2000">
                <a:solidFill>
                  <a:schemeClr val="tx1"/>
                </a:solidFill>
                <a:latin typeface="Times New Roman" pitchFamily="18" charset="0"/>
                <a:ea typeface="微軟正黑體" pitchFamily="34" charset="-120"/>
                <a:cs typeface="Times New Roman" pitchFamily="18" charset="0"/>
              </a:defRPr>
            </a:lvl5pPr>
            <a:lvl6pPr marL="2514600" indent="-228600" algn="l" rtl="0" eaLnBrk="1" fontAlgn="base" hangingPunct="1">
              <a:spcBef>
                <a:spcPct val="20000"/>
              </a:spcBef>
              <a:spcAft>
                <a:spcPct val="0"/>
              </a:spcAft>
              <a:buChar char="»"/>
              <a:defRPr kumimoji="1">
                <a:solidFill>
                  <a:schemeClr val="tx1"/>
                </a:solidFill>
                <a:latin typeface="+mn-lt"/>
                <a:ea typeface="+mn-ea"/>
              </a:defRPr>
            </a:lvl6pPr>
            <a:lvl7pPr marL="2971800" indent="-228600" algn="l" rtl="0" eaLnBrk="1" fontAlgn="base" hangingPunct="1">
              <a:spcBef>
                <a:spcPct val="20000"/>
              </a:spcBef>
              <a:spcAft>
                <a:spcPct val="0"/>
              </a:spcAft>
              <a:buChar char="»"/>
              <a:defRPr kumimoji="1">
                <a:solidFill>
                  <a:schemeClr val="tx1"/>
                </a:solidFill>
                <a:latin typeface="+mn-lt"/>
                <a:ea typeface="+mn-ea"/>
              </a:defRPr>
            </a:lvl7pPr>
            <a:lvl8pPr marL="3429000" indent="-228600" algn="l" rtl="0" eaLnBrk="1" fontAlgn="base" hangingPunct="1">
              <a:spcBef>
                <a:spcPct val="20000"/>
              </a:spcBef>
              <a:spcAft>
                <a:spcPct val="0"/>
              </a:spcAft>
              <a:buChar char="»"/>
              <a:defRPr kumimoji="1">
                <a:solidFill>
                  <a:schemeClr val="tx1"/>
                </a:solidFill>
                <a:latin typeface="+mn-lt"/>
                <a:ea typeface="+mn-ea"/>
              </a:defRPr>
            </a:lvl8pPr>
            <a:lvl9pPr marL="3886200" indent="-228600" algn="l" rtl="0" eaLnBrk="1" fontAlgn="base" hangingPunct="1">
              <a:spcBef>
                <a:spcPct val="20000"/>
              </a:spcBef>
              <a:spcAft>
                <a:spcPct val="0"/>
              </a:spcAft>
              <a:buChar char="»"/>
              <a:defRPr kumimoji="1">
                <a:solidFill>
                  <a:schemeClr val="tx1"/>
                </a:solidFill>
                <a:latin typeface="+mn-lt"/>
                <a:ea typeface="+mn-ea"/>
              </a:defRPr>
            </a:lvl9pPr>
          </a:lstStyle>
          <a:p>
            <a:pPr marL="0" indent="0" algn="ctr">
              <a:buNone/>
            </a:pPr>
            <a:r>
              <a:rPr lang="en-US" altLang="en-US" sz="6000" kern="0" dirty="0">
                <a:latin typeface="Arial" panose="020B0604020202020204" pitchFamily="34" charset="0"/>
                <a:ea typeface="Verdana" panose="020B0604030504040204" pitchFamily="34" charset="0"/>
                <a:cs typeface="Arial" panose="020B0604020202020204" pitchFamily="34" charset="0"/>
              </a:rPr>
              <a:t>Question?</a:t>
            </a:r>
          </a:p>
        </p:txBody>
      </p:sp>
      <p:sp>
        <p:nvSpPr>
          <p:cNvPr id="4" name="Rectangle 3"/>
          <p:cNvSpPr/>
          <p:nvPr/>
        </p:nvSpPr>
        <p:spPr bwMode="auto">
          <a:xfrm>
            <a:off x="9768408" y="6226179"/>
            <a:ext cx="791642" cy="515193"/>
          </a:xfrm>
          <a:prstGeom prst="rect">
            <a:avLst/>
          </a:prstGeom>
          <a:ln w="19050">
            <a:noFill/>
            <a:prstDash val="dash"/>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kumimoji="1" lang="en-US" b="1" dirty="0">
              <a:latin typeface="Arial" charset="0"/>
              <a:ea typeface="新細明體" charset="-120"/>
            </a:endParaRPr>
          </a:p>
        </p:txBody>
      </p:sp>
    </p:spTree>
    <p:extLst>
      <p:ext uri="{BB962C8B-B14F-4D97-AF65-F5344CB8AC3E}">
        <p14:creationId xmlns:p14="http://schemas.microsoft.com/office/powerpoint/2010/main" val="4005984747"/>
      </p:ext>
    </p:extLst>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66079</TotalTime>
  <Words>572</Words>
  <Application>Microsoft Office PowerPoint</Application>
  <PresentationFormat>Màn hình rộng</PresentationFormat>
  <Paragraphs>71</Paragraphs>
  <Slides>22</Slides>
  <Notes>17</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22</vt:i4>
      </vt:variant>
    </vt:vector>
  </HeadingPairs>
  <TitlesOfParts>
    <vt:vector size="26" baseType="lpstr">
      <vt:lpstr>Arial</vt:lpstr>
      <vt:lpstr>Calibri</vt:lpstr>
      <vt:lpstr>Times New Roman</vt:lpstr>
      <vt:lpstr>Chủ đề Office</vt:lpstr>
      <vt:lpstr>Dự đoán nhân viên nghỉ việc (LR, RF)</vt:lpstr>
      <vt:lpstr>Contents</vt:lpstr>
      <vt:lpstr>1. Tổng quan bài toán</vt:lpstr>
      <vt:lpstr>2. Mô hình học máy</vt:lpstr>
      <vt:lpstr>Logistic Regression</vt:lpstr>
      <vt:lpstr>Random Forest</vt:lpstr>
      <vt:lpstr>Random Forest</vt:lpstr>
      <vt:lpstr>Metrics đánh giá</vt:lpstr>
      <vt:lpstr>3. Triển khai mô hình</vt:lpstr>
      <vt:lpstr>Mô tả dữ liệu</vt:lpstr>
      <vt:lpstr>Phân tích dữ liệu</vt:lpstr>
      <vt:lpstr>Phân tích dữ liệu</vt:lpstr>
      <vt:lpstr>Phân tích dữ liệu</vt:lpstr>
      <vt:lpstr>Phân tích dữ liệu</vt:lpstr>
      <vt:lpstr>Phân tích dữ liệu</vt:lpstr>
      <vt:lpstr>Phân tích dữ liệu</vt:lpstr>
      <vt:lpstr>Phân tích dữ liệu</vt:lpstr>
      <vt:lpstr>Tiền xử lý dữ liệu</vt:lpstr>
      <vt:lpstr>Xử lý dữ liệu mất cân bằng</vt:lpstr>
      <vt:lpstr>Đánh giá mô hình</vt:lpstr>
      <vt:lpstr>Demo chương trình</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Hoang Quoc Viet</dc:creator>
  <cp:lastModifiedBy>nguyen huu quang</cp:lastModifiedBy>
  <cp:revision>3625</cp:revision>
  <cp:lastPrinted>2022-07-24T02:41:42Z</cp:lastPrinted>
  <dcterms:created xsi:type="dcterms:W3CDTF">2011-01-13T22:45:19Z</dcterms:created>
  <dcterms:modified xsi:type="dcterms:W3CDTF">2025-12-21T07:05:29Z</dcterms:modified>
</cp:coreProperties>
</file>